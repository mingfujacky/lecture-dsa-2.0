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4653"/>
  </p:normalViewPr>
  <p:slideViewPr>
    <p:cSldViewPr snapToGrid="0">
      <p:cViewPr varScale="1">
        <p:scale>
          <a:sx n="95" d="100"/>
          <a:sy n="95" d="100"/>
        </p:scale>
        <p:origin x="10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754EEF-0EFB-D9DD-9574-BD7595BC4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64" y="1008529"/>
            <a:ext cx="8520953" cy="319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15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0</Words>
  <Application>Microsoft Macintosh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10</cp:revision>
  <dcterms:created xsi:type="dcterms:W3CDTF">2026-01-03T12:20:26Z</dcterms:created>
  <dcterms:modified xsi:type="dcterms:W3CDTF">2026-01-27T10:02:55Z</dcterms:modified>
</cp:coreProperties>
</file>