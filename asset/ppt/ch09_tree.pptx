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653"/>
  </p:normalViewPr>
  <p:slideViewPr>
    <p:cSldViewPr snapToGrid="0">
      <p:cViewPr varScale="1">
        <p:scale>
          <a:sx n="95" d="100"/>
          <a:sy n="95" d="100"/>
        </p:scale>
        <p:origin x="10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GeneralTreeNode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children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33880" y="134433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613041" y="947119"/>
            <a:ext cx="1723847" cy="649220"/>
            <a:chOff x="8006211" y="2168685"/>
            <a:chExt cx="1723847" cy="649220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006211" y="2628588"/>
              <a:ext cx="1723847" cy="1893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006211" y="2168685"/>
              <a:ext cx="15759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add_child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remove_child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84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E8ED-0F06-D8FB-63B6-D001D212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170C179-2D3F-83C7-14ED-65ACCE32D183}"/>
              </a:ext>
            </a:extLst>
          </p:cNvPr>
          <p:cNvSpPr/>
          <p:nvPr/>
        </p:nvSpPr>
        <p:spPr>
          <a:xfrm>
            <a:off x="4085006" y="794994"/>
            <a:ext cx="3062124" cy="18675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GeneralTree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root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C89ADA7E-CF15-F4B7-DA82-CB21A5038FE2}"/>
              </a:ext>
            </a:extLst>
          </p:cNvPr>
          <p:cNvSpPr/>
          <p:nvPr/>
        </p:nvSpPr>
        <p:spPr>
          <a:xfrm>
            <a:off x="7199229" y="2314750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008198-75CB-F8BE-5408-8E1447F7099E}"/>
              </a:ext>
            </a:extLst>
          </p:cNvPr>
          <p:cNvSpPr/>
          <p:nvPr/>
        </p:nvSpPr>
        <p:spPr>
          <a:xfrm>
            <a:off x="4090885" y="2718906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5860A7-C728-6CA1-C28D-0487DA63842C}"/>
              </a:ext>
            </a:extLst>
          </p:cNvPr>
          <p:cNvSpPr txBox="1"/>
          <p:nvPr/>
        </p:nvSpPr>
        <p:spPr>
          <a:xfrm>
            <a:off x="7174024" y="794994"/>
            <a:ext cx="289782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traverse_preorder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traverse_postorder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traverse_level_order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search(value)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height()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get_root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29C73F89-DD87-34BD-04ED-8B782F750F27}"/>
              </a:ext>
            </a:extLst>
          </p:cNvPr>
          <p:cNvSpPr/>
          <p:nvPr/>
        </p:nvSpPr>
        <p:spPr>
          <a:xfrm>
            <a:off x="2258112" y="2314750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B6A933-982E-4EFB-3EC6-9D3363C1B89B}"/>
              </a:ext>
            </a:extLst>
          </p:cNvPr>
          <p:cNvSpPr txBox="1"/>
          <p:nvPr/>
        </p:nvSpPr>
        <p:spPr>
          <a:xfrm>
            <a:off x="2232907" y="1656768"/>
            <a:ext cx="180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set_root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insert_child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delete_child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288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754EEF-0EFB-D9DD-9574-BD7595BC4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64" y="1008529"/>
            <a:ext cx="8520953" cy="31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77</Words>
  <Application>Microsoft Macintosh PowerPoint</Application>
  <PresentationFormat>寬螢幕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12</cp:revision>
  <dcterms:created xsi:type="dcterms:W3CDTF">2026-01-03T12:20:26Z</dcterms:created>
  <dcterms:modified xsi:type="dcterms:W3CDTF">2026-01-30T09:38:27Z</dcterms:modified>
</cp:coreProperties>
</file>