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4"/>
    <p:restoredTop sz="94585"/>
  </p:normalViewPr>
  <p:slideViewPr>
    <p:cSldViewPr snapToGrid="0">
      <p:cViewPr varScale="1">
        <p:scale>
          <a:sx n="68" d="100"/>
          <a:sy n="68" d="100"/>
        </p:scale>
        <p:origin x="23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SinglyLinkedNode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next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46449" y="169612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B8DAD6-A29F-99D2-4C68-4D5FD198DA87}"/>
              </a:ext>
            </a:extLst>
          </p:cNvPr>
          <p:cNvSpPr txBox="1"/>
          <p:nvPr/>
        </p:nvSpPr>
        <p:spPr>
          <a:xfrm>
            <a:off x="5433880" y="945945"/>
            <a:ext cx="13591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774501" y="1448312"/>
            <a:ext cx="1514950" cy="499817"/>
            <a:chOff x="8215108" y="2380771"/>
            <a:chExt cx="1514950" cy="499817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215108" y="2380771"/>
              <a:ext cx="13591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append()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E8ED-0F06-D8FB-63B6-D001D212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170C179-2D3F-83C7-14ED-65ACCE32D183}"/>
              </a:ext>
            </a:extLst>
          </p:cNvPr>
          <p:cNvSpPr/>
          <p:nvPr/>
        </p:nvSpPr>
        <p:spPr>
          <a:xfrm>
            <a:off x="4085006" y="980308"/>
            <a:ext cx="3062124" cy="19615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SinglyLinkedList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head: link to 1</a:t>
            </a:r>
            <a:r>
              <a:rPr kumimoji="1" lang="en-US" altLang="zh-TW" sz="1400" baseline="30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node</a:t>
            </a:r>
          </a:p>
          <a:p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C89ADA7E-CF15-F4B7-DA82-CB21A5038FE2}"/>
              </a:ext>
            </a:extLst>
          </p:cNvPr>
          <p:cNvSpPr/>
          <p:nvPr/>
        </p:nvSpPr>
        <p:spPr>
          <a:xfrm>
            <a:off x="7222062" y="2470893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008198-75CB-F8BE-5408-8E1447F7099E}"/>
              </a:ext>
            </a:extLst>
          </p:cNvPr>
          <p:cNvSpPr/>
          <p:nvPr/>
        </p:nvSpPr>
        <p:spPr>
          <a:xfrm>
            <a:off x="4085006" y="2982163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5860A7-C728-6CA1-C28D-0487DA63842C}"/>
              </a:ext>
            </a:extLst>
          </p:cNvPr>
          <p:cNvSpPr txBox="1"/>
          <p:nvPr/>
        </p:nvSpPr>
        <p:spPr>
          <a:xfrm>
            <a:off x="7222062" y="1373342"/>
            <a:ext cx="2433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get(index)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search(value)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29C73F89-DD87-34BD-04ED-8B782F750F27}"/>
              </a:ext>
            </a:extLst>
          </p:cNvPr>
          <p:cNvSpPr/>
          <p:nvPr/>
        </p:nvSpPr>
        <p:spPr>
          <a:xfrm>
            <a:off x="2107103" y="2830893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B6A933-982E-4EFB-3EC6-9D3363C1B89B}"/>
              </a:ext>
            </a:extLst>
          </p:cNvPr>
          <p:cNvSpPr txBox="1"/>
          <p:nvPr/>
        </p:nvSpPr>
        <p:spPr>
          <a:xfrm>
            <a:off x="605206" y="1141077"/>
            <a:ext cx="34944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insert_in_front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insert_to_back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insert_in_middle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(index, value)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delete(value)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delete_from_front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delete_from_back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delete_in_middle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(index)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1FB3AE-BEF2-26D6-AFB6-5E6623E3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368" y="2333343"/>
            <a:ext cx="25654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C4C6-E0CC-CA95-EF18-744E6745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BF3189-3BB9-A3A0-5420-A767BE5C28AA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DoublyLinkedNode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kumimoji="1" lang="en-US" altLang="zh-TW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kumimoji="1" lang="en-US" altLang="zh-TW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next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向右箭號 4">
            <a:extLst>
              <a:ext uri="{FF2B5EF4-FFF2-40B4-BE49-F238E27FC236}">
                <a16:creationId xmlns:a16="http://schemas.microsoft.com/office/drawing/2014/main" id="{5072F153-71C0-FDAB-8B05-B90C25FFF7AD}"/>
              </a:ext>
            </a:extLst>
          </p:cNvPr>
          <p:cNvSpPr/>
          <p:nvPr/>
        </p:nvSpPr>
        <p:spPr>
          <a:xfrm>
            <a:off x="5446449" y="185654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E33119-6DD8-0C20-93A2-1F52A8052A90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Function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8CFBB9-171F-5313-7978-9119B5C63C00}"/>
              </a:ext>
            </a:extLst>
          </p:cNvPr>
          <p:cNvSpPr txBox="1"/>
          <p:nvPr/>
        </p:nvSpPr>
        <p:spPr>
          <a:xfrm>
            <a:off x="5433880" y="868022"/>
            <a:ext cx="13591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kumimoji="1" lang="en-US" altLang="zh-TW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C488350-15A0-0759-D476-EEA80A79A360}"/>
              </a:ext>
            </a:extLst>
          </p:cNvPr>
          <p:cNvGrpSpPr/>
          <p:nvPr/>
        </p:nvGrpSpPr>
        <p:grpSpPr>
          <a:xfrm>
            <a:off x="774501" y="1207682"/>
            <a:ext cx="1514950" cy="740447"/>
            <a:chOff x="8215108" y="2140141"/>
            <a:chExt cx="1514950" cy="740447"/>
          </a:xfrm>
        </p:grpSpPr>
        <p:sp>
          <p:nvSpPr>
            <p:cNvPr id="9" name="向右箭號 8">
              <a:extLst>
                <a:ext uri="{FF2B5EF4-FFF2-40B4-BE49-F238E27FC236}">
                  <a16:creationId xmlns:a16="http://schemas.microsoft.com/office/drawing/2014/main" id="{AC206ACE-8599-A7EE-82FB-093542C256EE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BD02E00-D553-4483-8E71-8D8F24A5A962}"/>
                </a:ext>
              </a:extLst>
            </p:cNvPr>
            <p:cNvSpPr txBox="1"/>
            <p:nvPr/>
          </p:nvSpPr>
          <p:spPr>
            <a:xfrm>
              <a:off x="8215108" y="2140141"/>
              <a:ext cx="13591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append()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prepend()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09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139</Words>
  <Application>Microsoft Macintosh PowerPoint</Application>
  <PresentationFormat>寬螢幕</PresentationFormat>
  <Paragraphs>46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8</cp:revision>
  <dcterms:created xsi:type="dcterms:W3CDTF">2026-01-03T12:20:26Z</dcterms:created>
  <dcterms:modified xsi:type="dcterms:W3CDTF">2026-01-20T13:59:55Z</dcterms:modified>
</cp:coreProperties>
</file>