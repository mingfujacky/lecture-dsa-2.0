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23"/>
    <p:restoredTop sz="94653"/>
  </p:normalViewPr>
  <p:slideViewPr>
    <p:cSldViewPr snapToGrid="0">
      <p:cViewPr varScale="1">
        <p:scale>
          <a:sx n="95" d="100"/>
          <a:sy n="95" d="100"/>
        </p:scale>
        <p:origin x="11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Bag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399012" y="599412"/>
            <a:ext cx="24582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get_current_size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get_frequence_of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802014" y="957465"/>
            <a:ext cx="1487437" cy="990664"/>
            <a:chOff x="8242621" y="1889924"/>
            <a:chExt cx="1487437" cy="990664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42621" y="1889924"/>
              <a:ext cx="135911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insert()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remove()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clear()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6425AAF-5811-126A-0B7A-5D6B1E77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13" y="442693"/>
            <a:ext cx="5829300" cy="36068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41644D-35F1-5D4C-88E8-50319C542FC9}"/>
              </a:ext>
            </a:extLst>
          </p:cNvPr>
          <p:cNvSpPr txBox="1"/>
          <p:nvPr/>
        </p:nvSpPr>
        <p:spPr>
          <a:xfrm>
            <a:off x="5617511" y="4049493"/>
            <a:ext cx="1939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Carrano and Henry, 2016)</a:t>
            </a:r>
          </a:p>
        </p:txBody>
      </p:sp>
    </p:spTree>
    <p:extLst>
      <p:ext uri="{BB962C8B-B14F-4D97-AF65-F5344CB8AC3E}">
        <p14:creationId xmlns:p14="http://schemas.microsoft.com/office/powerpoint/2010/main" val="53515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47</Words>
  <Application>Microsoft Macintosh PowerPoint</Application>
  <PresentationFormat>寬螢幕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7</cp:revision>
  <dcterms:created xsi:type="dcterms:W3CDTF">2026-01-03T12:20:26Z</dcterms:created>
  <dcterms:modified xsi:type="dcterms:W3CDTF">2026-01-20T08:49:41Z</dcterms:modified>
</cp:coreProperties>
</file>