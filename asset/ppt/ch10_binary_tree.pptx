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7" r:id="rId4"/>
    <p:sldId id="261" r:id="rId5"/>
    <p:sldId id="262" r:id="rId6"/>
    <p:sldId id="256" r:id="rId7"/>
    <p:sldId id="265" r:id="rId8"/>
    <p:sldId id="267" r:id="rId9"/>
    <p:sldId id="268" r:id="rId10"/>
    <p:sldId id="266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4"/>
    <p:restoredTop sz="94627"/>
  </p:normalViewPr>
  <p:slideViewPr>
    <p:cSldViewPr snapToGrid="0">
      <p:cViewPr varScale="1">
        <p:scale>
          <a:sx n="80" d="100"/>
          <a:sy n="80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2026/5/14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BinaryTreeNode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33880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613041" y="947119"/>
            <a:ext cx="1723847" cy="649220"/>
            <a:chOff x="8006211" y="2168685"/>
            <a:chExt cx="1723847" cy="649220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006211" y="2628588"/>
              <a:ext cx="1723847" cy="1893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006211" y="2168685"/>
              <a:ext cx="15759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set_left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set_right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84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E8ED-0F06-D8FB-63B6-D001D212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170C179-2D3F-83C7-14ED-65ACCE32D183}"/>
              </a:ext>
            </a:extLst>
          </p:cNvPr>
          <p:cNvSpPr/>
          <p:nvPr/>
        </p:nvSpPr>
        <p:spPr>
          <a:xfrm>
            <a:off x="4085006" y="794994"/>
            <a:ext cx="3062124" cy="18675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BinaryTree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root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C89ADA7E-CF15-F4B7-DA82-CB21A5038FE2}"/>
              </a:ext>
            </a:extLst>
          </p:cNvPr>
          <p:cNvSpPr/>
          <p:nvPr/>
        </p:nvSpPr>
        <p:spPr>
          <a:xfrm>
            <a:off x="7199229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08198-75CB-F8BE-5408-8E1447F7099E}"/>
              </a:ext>
            </a:extLst>
          </p:cNvPr>
          <p:cNvSpPr/>
          <p:nvPr/>
        </p:nvSpPr>
        <p:spPr>
          <a:xfrm>
            <a:off x="4090885" y="2718906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5860A7-C728-6CA1-C28D-0487DA63842C}"/>
              </a:ext>
            </a:extLst>
          </p:cNvPr>
          <p:cNvSpPr txBox="1"/>
          <p:nvPr/>
        </p:nvSpPr>
        <p:spPr>
          <a:xfrm>
            <a:off x="7174024" y="600124"/>
            <a:ext cx="28978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traverse_preorder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traverse_postorder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traverse_inorder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traverse_level_order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search(value)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get_height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.root()</a:t>
            </a: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29C73F89-DD87-34BD-04ED-8B782F750F27}"/>
              </a:ext>
            </a:extLst>
          </p:cNvPr>
          <p:cNvSpPr/>
          <p:nvPr/>
        </p:nvSpPr>
        <p:spPr>
          <a:xfrm>
            <a:off x="2258112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B6A933-982E-4EFB-3EC6-9D3363C1B89B}"/>
              </a:ext>
            </a:extLst>
          </p:cNvPr>
          <p:cNvSpPr txBox="1"/>
          <p:nvPr/>
        </p:nvSpPr>
        <p:spPr>
          <a:xfrm>
            <a:off x="2232907" y="2046509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set_root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288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754EEF-0EFB-D9DD-9574-BD7595BC4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64" y="1008529"/>
            <a:ext cx="8520953" cy="31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F87E-C38A-CA57-4D2F-2FED6B21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55FA61B-3BDC-E798-587E-7837D3516128}"/>
              </a:ext>
            </a:extLst>
          </p:cNvPr>
          <p:cNvSpPr/>
          <p:nvPr/>
        </p:nvSpPr>
        <p:spPr>
          <a:xfrm>
            <a:off x="3828804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80E14110-71DA-531C-D24B-7114AE170EA7}"/>
              </a:ext>
            </a:extLst>
          </p:cNvPr>
          <p:cNvSpPr/>
          <p:nvPr/>
        </p:nvSpPr>
        <p:spPr>
          <a:xfrm>
            <a:off x="6925796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CEBE9D-7FFC-13C0-EDA8-BB1517F25E2E}"/>
              </a:ext>
            </a:extLst>
          </p:cNvPr>
          <p:cNvSpPr/>
          <p:nvPr/>
        </p:nvSpPr>
        <p:spPr>
          <a:xfrm>
            <a:off x="3828804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6376FA8-F2D8-737E-9EAC-2A66AFB9C865}"/>
              </a:ext>
            </a:extLst>
          </p:cNvPr>
          <p:cNvGrpSpPr/>
          <p:nvPr/>
        </p:nvGrpSpPr>
        <p:grpSpPr>
          <a:xfrm>
            <a:off x="1636295" y="788545"/>
            <a:ext cx="2333350" cy="764007"/>
            <a:chOff x="7537549" y="1858703"/>
            <a:chExt cx="2333350" cy="764007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E5711DA6-4131-FCBF-1EFB-551B0EA5F183}"/>
                </a:ext>
              </a:extLst>
            </p:cNvPr>
            <p:cNvSpPr/>
            <p:nvPr/>
          </p:nvSpPr>
          <p:spPr>
            <a:xfrm>
              <a:off x="7537549" y="2381923"/>
              <a:ext cx="2192509" cy="24078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7503BC2A-5775-F33F-C716-77D59BE4A990}"/>
                </a:ext>
              </a:extLst>
            </p:cNvPr>
            <p:cNvSpPr txBox="1"/>
            <p:nvPr/>
          </p:nvSpPr>
          <p:spPr>
            <a:xfrm>
              <a:off x="7537549" y="1858703"/>
              <a:ext cx="23333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find_min_in_subtree</a:t>
              </a:r>
              <a:endPara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find_max_in_subtree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4057BAD5-CF92-BC1C-4E65-F3FE9CC2B4CC}"/>
              </a:ext>
            </a:extLst>
          </p:cNvPr>
          <p:cNvSpPr txBox="1"/>
          <p:nvPr/>
        </p:nvSpPr>
        <p:spPr>
          <a:xfrm>
            <a:off x="6857831" y="684473"/>
            <a:ext cx="15759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.left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.right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6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DE93-62D0-DD1D-9222-3A0C3FB8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E55E0A-95B7-CD74-436E-59C54790AF0B}"/>
              </a:ext>
            </a:extLst>
          </p:cNvPr>
          <p:cNvSpPr/>
          <p:nvPr/>
        </p:nvSpPr>
        <p:spPr>
          <a:xfrm>
            <a:off x="3828804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BST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808834BF-0F0A-CAD4-9711-752C5ECF3FFB}"/>
              </a:ext>
            </a:extLst>
          </p:cNvPr>
          <p:cNvSpPr/>
          <p:nvPr/>
        </p:nvSpPr>
        <p:spPr>
          <a:xfrm>
            <a:off x="6925796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EE3FF6-ECB8-167E-F205-92F6CD44B3C9}"/>
              </a:ext>
            </a:extLst>
          </p:cNvPr>
          <p:cNvSpPr/>
          <p:nvPr/>
        </p:nvSpPr>
        <p:spPr>
          <a:xfrm>
            <a:off x="3828804" y="2256022"/>
            <a:ext cx="3062124" cy="14741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_search()</a:t>
            </a: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1CD3CB05-4E93-1A77-37E1-924BCF171488}"/>
              </a:ext>
            </a:extLst>
          </p:cNvPr>
          <p:cNvSpPr/>
          <p:nvPr/>
        </p:nvSpPr>
        <p:spPr>
          <a:xfrm>
            <a:off x="2440746" y="1311765"/>
            <a:ext cx="1224000" cy="2845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55AE59B-31BE-1062-0660-EBB05DB241AD}"/>
              </a:ext>
            </a:extLst>
          </p:cNvPr>
          <p:cNvSpPr txBox="1"/>
          <p:nvPr/>
        </p:nvSpPr>
        <p:spPr>
          <a:xfrm>
            <a:off x="2687031" y="792195"/>
            <a:ext cx="1106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insert()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delete()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A93A89-8883-3CEE-DE46-AD3AA202CBEF}"/>
              </a:ext>
            </a:extLst>
          </p:cNvPr>
          <p:cNvSpPr txBox="1"/>
          <p:nvPr/>
        </p:nvSpPr>
        <p:spPr>
          <a:xfrm>
            <a:off x="6857831" y="973229"/>
            <a:ext cx="157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contains()</a:t>
            </a:r>
          </a:p>
        </p:txBody>
      </p:sp>
    </p:spTree>
    <p:extLst>
      <p:ext uri="{BB962C8B-B14F-4D97-AF65-F5344CB8AC3E}">
        <p14:creationId xmlns:p14="http://schemas.microsoft.com/office/powerpoint/2010/main" val="18370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A4CC47E-A993-E048-BE0B-D691BD74EE93}"/>
              </a:ext>
            </a:extLst>
          </p:cNvPr>
          <p:cNvSpPr/>
          <p:nvPr/>
        </p:nvSpPr>
        <p:spPr>
          <a:xfrm>
            <a:off x="458923" y="1808980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A7ACCC-4711-78A4-0EB2-9AAB8BAAEC4B}"/>
              </a:ext>
            </a:extLst>
          </p:cNvPr>
          <p:cNvSpPr txBox="1"/>
          <p:nvPr/>
        </p:nvSpPr>
        <p:spPr>
          <a:xfrm>
            <a:off x="372292" y="1470935"/>
            <a:ext cx="1000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root</a:t>
            </a:r>
            <a:endParaRPr kumimoji="1" lang="zh-TW" altLang="en-US" sz="1200" dirty="0"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D12B350-0581-CC7D-90EF-C907B61C7B77}"/>
              </a:ext>
            </a:extLst>
          </p:cNvPr>
          <p:cNvSpPr txBox="1"/>
          <p:nvPr/>
        </p:nvSpPr>
        <p:spPr>
          <a:xfrm>
            <a:off x="83713" y="552960"/>
            <a:ext cx="7724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1: (to-be-deleted) node has zero child, the node is root or a leaf</a:t>
            </a:r>
            <a:endParaRPr kumimoji="1"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EDAD0CC-FB9C-1487-493B-CEDC6CD695F8}"/>
              </a:ext>
            </a:extLst>
          </p:cNvPr>
          <p:cNvSpPr txBox="1"/>
          <p:nvPr/>
        </p:nvSpPr>
        <p:spPr>
          <a:xfrm>
            <a:off x="3113781" y="1470935"/>
            <a:ext cx="956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leaf</a:t>
            </a:r>
            <a:endParaRPr kumimoji="1" lang="zh-TW" altLang="en-US" sz="1200" dirty="0"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95D182A1-398C-8247-9621-A33ADB35A45D}"/>
              </a:ext>
            </a:extLst>
          </p:cNvPr>
          <p:cNvSpPr txBox="1"/>
          <p:nvPr/>
        </p:nvSpPr>
        <p:spPr>
          <a:xfrm>
            <a:off x="337745" y="2399164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maybe = None</a:t>
            </a: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D7C92987-CE66-BEF4-07FD-42134778208D}"/>
              </a:ext>
            </a:extLst>
          </p:cNvPr>
          <p:cNvGrpSpPr/>
          <p:nvPr/>
        </p:nvGrpSpPr>
        <p:grpSpPr>
          <a:xfrm>
            <a:off x="3789814" y="1552460"/>
            <a:ext cx="1613428" cy="2616737"/>
            <a:chOff x="309320" y="3566607"/>
            <a:chExt cx="1613428" cy="2616737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06ECDEBE-1418-B054-C208-20D0613F6AD6}"/>
                </a:ext>
              </a:extLst>
            </p:cNvPr>
            <p:cNvGrpSpPr/>
            <p:nvPr/>
          </p:nvGrpSpPr>
          <p:grpSpPr>
            <a:xfrm>
              <a:off x="309320" y="3566607"/>
              <a:ext cx="1613428" cy="2064001"/>
              <a:chOff x="2551040" y="1245705"/>
              <a:chExt cx="1613428" cy="2064001"/>
            </a:xfrm>
          </p:grpSpPr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4D9881AA-CBB5-9159-D475-C2715CE41F07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8D7E73FA-4E9A-BB28-DDE3-DD804F8BF57D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071D5AB4-BBB0-8747-8D9B-76B10976157A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5E0D6685-233D-ACC4-50AB-67BB002F8057}"/>
                  </a:ext>
                </a:extLst>
              </p:cNvPr>
              <p:cNvSpPr/>
              <p:nvPr/>
            </p:nvSpPr>
            <p:spPr>
              <a:xfrm>
                <a:off x="2551040" y="2769706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B03FA282-FE19-170F-FCD2-1459D16099E6}"/>
                  </a:ext>
                </a:extLst>
              </p:cNvPr>
              <p:cNvCxnSpPr>
                <a:cxnSpLocks/>
                <a:stCxn id="25" idx="4"/>
                <a:endCxn id="24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9B4BE3F8-F884-E0E9-B033-A9DAAB58827C}"/>
                  </a:ext>
                </a:extLst>
              </p:cNvPr>
              <p:cNvCxnSpPr>
                <a:cxnSpLocks/>
                <a:stCxn id="25" idx="4"/>
                <a:endCxn id="26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2EF264E6-0224-0A9E-0640-6B24FE65F9F2}"/>
                  </a:ext>
                </a:extLst>
              </p:cNvPr>
              <p:cNvCxnSpPr>
                <a:cxnSpLocks/>
                <a:stCxn id="24" idx="4"/>
                <a:endCxn id="27" idx="0"/>
              </p:cNvCxnSpPr>
              <p:nvPr/>
            </p:nvCxnSpPr>
            <p:spPr>
              <a:xfrm flipH="1">
                <a:off x="2821040" y="2547705"/>
                <a:ext cx="371063" cy="22200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D9D2BC3A-5EEB-9D46-CA9C-03C59E65EB8E}"/>
                </a:ext>
              </a:extLst>
            </p:cNvPr>
            <p:cNvSpPr txBox="1"/>
            <p:nvPr/>
          </p:nvSpPr>
          <p:spPr>
            <a:xfrm>
              <a:off x="309553" y="5721679"/>
              <a:ext cx="1268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</a:p>
          </p:txBody>
        </p:sp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C2C66650-C179-9C3E-4F63-7966579BB77F}"/>
              </a:ext>
            </a:extLst>
          </p:cNvPr>
          <p:cNvSpPr txBox="1"/>
          <p:nvPr/>
        </p:nvSpPr>
        <p:spPr>
          <a:xfrm>
            <a:off x="83713" y="50930"/>
            <a:ext cx="933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(TRUE): to-be-deleted node has zero or one child</a:t>
            </a:r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28A67D4-DBAA-4825-4302-29B14193C88B}"/>
              </a:ext>
            </a:extLst>
          </p:cNvPr>
          <p:cNvGrpSpPr/>
          <p:nvPr/>
        </p:nvGrpSpPr>
        <p:grpSpPr>
          <a:xfrm>
            <a:off x="6886567" y="1546091"/>
            <a:ext cx="1323132" cy="2678672"/>
            <a:chOff x="599616" y="3566607"/>
            <a:chExt cx="1323132" cy="2678672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6172174E-2479-3B46-9145-A8092C83479E}"/>
                </a:ext>
              </a:extLst>
            </p:cNvPr>
            <p:cNvGrpSpPr/>
            <p:nvPr/>
          </p:nvGrpSpPr>
          <p:grpSpPr>
            <a:xfrm>
              <a:off x="680383" y="3566607"/>
              <a:ext cx="1242365" cy="2088812"/>
              <a:chOff x="2922103" y="1245705"/>
              <a:chExt cx="1242365" cy="2088812"/>
            </a:xfrm>
          </p:grpSpPr>
          <p:sp>
            <p:nvSpPr>
              <p:cNvPr id="83" name="橢圓 82">
                <a:extLst>
                  <a:ext uri="{FF2B5EF4-FFF2-40B4-BE49-F238E27FC236}">
                    <a16:creationId xmlns:a16="http://schemas.microsoft.com/office/drawing/2014/main" id="{24ED6392-50AD-C1CF-F83A-1ABFE18B9F75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7" name="橢圓 86">
                <a:extLst>
                  <a:ext uri="{FF2B5EF4-FFF2-40B4-BE49-F238E27FC236}">
                    <a16:creationId xmlns:a16="http://schemas.microsoft.com/office/drawing/2014/main" id="{7F9ACC86-1C1B-00D1-F315-25AD1E70DA98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8" name="橢圓 87">
                <a:extLst>
                  <a:ext uri="{FF2B5EF4-FFF2-40B4-BE49-F238E27FC236}">
                    <a16:creationId xmlns:a16="http://schemas.microsoft.com/office/drawing/2014/main" id="{471B754A-53F6-37E6-D134-2E7466C84B94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089804C5-AC8B-7344-3721-C42F5F949B7B}"/>
                  </a:ext>
                </a:extLst>
              </p:cNvPr>
              <p:cNvSpPr/>
              <p:nvPr/>
            </p:nvSpPr>
            <p:spPr>
              <a:xfrm>
                <a:off x="3233891" y="2794517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6614677E-9B2F-251A-A333-6D9A442B0256}"/>
                  </a:ext>
                </a:extLst>
              </p:cNvPr>
              <p:cNvCxnSpPr>
                <a:cxnSpLocks/>
                <a:stCxn id="87" idx="4"/>
                <a:endCxn id="83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接點 91">
                <a:extLst>
                  <a:ext uri="{FF2B5EF4-FFF2-40B4-BE49-F238E27FC236}">
                    <a16:creationId xmlns:a16="http://schemas.microsoft.com/office/drawing/2014/main" id="{0DDB5641-B080-C63D-06FF-71EAAE077AC9}"/>
                  </a:ext>
                </a:extLst>
              </p:cNvPr>
              <p:cNvCxnSpPr>
                <a:cxnSpLocks/>
                <a:stCxn id="87" idx="4"/>
                <a:endCxn id="88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F2A7149C-5F7B-F8CC-2A64-45C79472DD98}"/>
                  </a:ext>
                </a:extLst>
              </p:cNvPr>
              <p:cNvCxnSpPr>
                <a:cxnSpLocks/>
                <a:stCxn id="83" idx="4"/>
                <a:endCxn id="90" idx="0"/>
              </p:cNvCxnSpPr>
              <p:nvPr/>
            </p:nvCxnSpPr>
            <p:spPr>
              <a:xfrm>
                <a:off x="3192103" y="2547705"/>
                <a:ext cx="311788" cy="24681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904762E8-4D17-A444-8028-090835A6DF06}"/>
                </a:ext>
              </a:extLst>
            </p:cNvPr>
            <p:cNvSpPr txBox="1"/>
            <p:nvPr/>
          </p:nvSpPr>
          <p:spPr>
            <a:xfrm>
              <a:off x="599616" y="5783614"/>
              <a:ext cx="1268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14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69B-FCAB-D5F1-9CF2-86797FA9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字方塊 31">
            <a:extLst>
              <a:ext uri="{FF2B5EF4-FFF2-40B4-BE49-F238E27FC236}">
                <a16:creationId xmlns:a16="http://schemas.microsoft.com/office/drawing/2014/main" id="{DDA36619-2DB1-6269-E727-1D44CF17D525}"/>
              </a:ext>
            </a:extLst>
          </p:cNvPr>
          <p:cNvSpPr txBox="1"/>
          <p:nvPr/>
        </p:nvSpPr>
        <p:spPr>
          <a:xfrm>
            <a:off x="98367" y="569997"/>
            <a:ext cx="4778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2: (to-be-deleted) node has one child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6B5DE9D2-7FB0-AFBF-64E2-D5F3FA6A5293}"/>
              </a:ext>
            </a:extLst>
          </p:cNvPr>
          <p:cNvGrpSpPr/>
          <p:nvPr/>
        </p:nvGrpSpPr>
        <p:grpSpPr>
          <a:xfrm>
            <a:off x="4792765" y="1169241"/>
            <a:ext cx="2527976" cy="2343265"/>
            <a:chOff x="4554227" y="1612708"/>
            <a:chExt cx="3070840" cy="2826000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6BB9F92F-E0A5-B0D9-045F-7C0717B6E1EC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504B3F3-6B7E-1234-688F-EA9D6878A1CE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213DB0F-6ED6-B3A4-F474-0812A4A2583C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67A1D2D-E103-3E11-EA2B-548F12B380FF}"/>
                </a:ext>
              </a:extLst>
            </p:cNvPr>
            <p:cNvSpPr/>
            <p:nvPr/>
          </p:nvSpPr>
          <p:spPr>
            <a:xfrm>
              <a:off x="4878905" y="313670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BEBE010F-4BAF-BBB4-A703-8AB447BD78DA}"/>
                </a:ext>
              </a:extLst>
            </p:cNvPr>
            <p:cNvCxnSpPr>
              <a:cxnSpLocks/>
              <a:stCxn id="7" idx="4"/>
              <a:endCxn id="6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F65D725-9BCE-BE42-AAEC-C68DFEECCD64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990BFDC0-2FFB-17CC-D33C-DDE76FC11874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148905" y="291470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6C7C297D-9833-B68F-75FB-193AF2033AE6}"/>
                </a:ext>
              </a:extLst>
            </p:cNvPr>
            <p:cNvSpPr txBox="1"/>
            <p:nvPr/>
          </p:nvSpPr>
          <p:spPr>
            <a:xfrm>
              <a:off x="5813982" y="3107275"/>
              <a:ext cx="1811085" cy="779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P.left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maybe</a:t>
              </a: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10BBED2A-78B6-C379-8A17-70320AA3AC07}"/>
                </a:ext>
              </a:extLst>
            </p:cNvPr>
            <p:cNvSpPr/>
            <p:nvPr/>
          </p:nvSpPr>
          <p:spPr>
            <a:xfrm>
              <a:off x="4554227" y="3898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5" name="橢圓 84">
              <a:extLst>
                <a:ext uri="{FF2B5EF4-FFF2-40B4-BE49-F238E27FC236}">
                  <a16:creationId xmlns:a16="http://schemas.microsoft.com/office/drawing/2014/main" id="{54BF4D05-9576-5471-A1E0-29BDA0B722B6}"/>
                </a:ext>
              </a:extLst>
            </p:cNvPr>
            <p:cNvSpPr/>
            <p:nvPr/>
          </p:nvSpPr>
          <p:spPr>
            <a:xfrm>
              <a:off x="5276472" y="3892084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E9CAFC98-3857-58C3-04EA-6185DF852DA5}"/>
                </a:ext>
              </a:extLst>
            </p:cNvPr>
            <p:cNvCxnSpPr>
              <a:cxnSpLocks/>
              <a:stCxn id="9" idx="4"/>
              <a:endCxn id="84" idx="0"/>
            </p:cNvCxnSpPr>
            <p:nvPr/>
          </p:nvCxnSpPr>
          <p:spPr>
            <a:xfrm flipH="1">
              <a:off x="4824227" y="3676709"/>
              <a:ext cx="324678" cy="22199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75E58E91-6BF6-F2EC-689F-C8B348A7C9D5}"/>
                </a:ext>
              </a:extLst>
            </p:cNvPr>
            <p:cNvCxnSpPr>
              <a:cxnSpLocks/>
              <a:stCxn id="9" idx="4"/>
              <a:endCxn id="85" idx="0"/>
            </p:cNvCxnSpPr>
            <p:nvPr/>
          </p:nvCxnSpPr>
          <p:spPr>
            <a:xfrm>
              <a:off x="5148905" y="3676709"/>
              <a:ext cx="397567" cy="2153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7B4D3EAE-2B4F-C64B-5CD4-7068C64DA59C}"/>
              </a:ext>
            </a:extLst>
          </p:cNvPr>
          <p:cNvGrpSpPr/>
          <p:nvPr/>
        </p:nvGrpSpPr>
        <p:grpSpPr>
          <a:xfrm>
            <a:off x="8723610" y="1198001"/>
            <a:ext cx="2410871" cy="2343264"/>
            <a:chOff x="5249968" y="1612708"/>
            <a:chExt cx="2928585" cy="2826000"/>
          </a:xfrm>
        </p:grpSpPr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F0979F16-E883-FDD9-51FA-7FAD0018C4FB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FEAEF657-E9AA-B5F3-94CB-AD5AF48E90BD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C0A1944A-48F0-0A68-9329-BCE038EFC0D0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C21F697A-1F1C-5FCE-F046-A1218F52BF34}"/>
                </a:ext>
              </a:extLst>
            </p:cNvPr>
            <p:cNvSpPr/>
            <p:nvPr/>
          </p:nvSpPr>
          <p:spPr>
            <a:xfrm>
              <a:off x="5699905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1452AD40-BA2F-5F73-BA4D-86887376A53B}"/>
                </a:ext>
              </a:extLst>
            </p:cNvPr>
            <p:cNvCxnSpPr>
              <a:cxnSpLocks/>
              <a:stCxn id="121" idx="4"/>
              <a:endCxn id="120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26EF2A0F-B346-35D6-4633-0048B0A03D69}"/>
                </a:ext>
              </a:extLst>
            </p:cNvPr>
            <p:cNvCxnSpPr>
              <a:cxnSpLocks/>
              <a:stCxn id="121" idx="4"/>
              <a:endCxn id="122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FEFE3BEF-5B53-F9CC-A1AC-DB23B1310890}"/>
                </a:ext>
              </a:extLst>
            </p:cNvPr>
            <p:cNvCxnSpPr>
              <a:cxnSpLocks/>
              <a:stCxn id="122" idx="4"/>
              <a:endCxn id="123" idx="0"/>
            </p:cNvCxnSpPr>
            <p:nvPr/>
          </p:nvCxnSpPr>
          <p:spPr>
            <a:xfrm flipH="1">
              <a:off x="5969905" y="2848449"/>
              <a:ext cx="252428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0B3BF5B4-7413-B826-2747-5BDCA9D05773}"/>
                </a:ext>
              </a:extLst>
            </p:cNvPr>
            <p:cNvSpPr txBox="1"/>
            <p:nvPr/>
          </p:nvSpPr>
          <p:spPr>
            <a:xfrm>
              <a:off x="6367469" y="2970231"/>
              <a:ext cx="1811084" cy="7794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P.right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maybe</a:t>
              </a:r>
            </a:p>
          </p:txBody>
        </p:sp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52FE3F69-A7B9-0F12-2AE9-90103D8AC6E8}"/>
                </a:ext>
              </a:extLst>
            </p:cNvPr>
            <p:cNvSpPr/>
            <p:nvPr/>
          </p:nvSpPr>
          <p:spPr>
            <a:xfrm>
              <a:off x="5375226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A97E7CD1-927F-0E16-0697-F1B92EBAC205}"/>
                </a:ext>
              </a:extLst>
            </p:cNvPr>
            <p:cNvSpPr/>
            <p:nvPr/>
          </p:nvSpPr>
          <p:spPr>
            <a:xfrm>
              <a:off x="6097470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161F63C0-E552-3DB4-C907-DC7A8255C8CF}"/>
                </a:ext>
              </a:extLst>
            </p:cNvPr>
            <p:cNvCxnSpPr>
              <a:cxnSpLocks/>
              <a:stCxn id="123" idx="4"/>
              <a:endCxn id="129" idx="0"/>
            </p:cNvCxnSpPr>
            <p:nvPr/>
          </p:nvCxnSpPr>
          <p:spPr>
            <a:xfrm flipH="1">
              <a:off x="5645227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713C5EA4-5429-DDFD-678D-68472D934E2D}"/>
                </a:ext>
              </a:extLst>
            </p:cNvPr>
            <p:cNvCxnSpPr>
              <a:cxnSpLocks/>
              <a:stCxn id="123" idx="4"/>
              <a:endCxn id="130" idx="0"/>
            </p:cNvCxnSpPr>
            <p:nvPr/>
          </p:nvCxnSpPr>
          <p:spPr>
            <a:xfrm>
              <a:off x="5969905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CC4A17FC-9385-AB75-9C15-888316E4B1FB}"/>
              </a:ext>
            </a:extLst>
          </p:cNvPr>
          <p:cNvGrpSpPr/>
          <p:nvPr/>
        </p:nvGrpSpPr>
        <p:grpSpPr>
          <a:xfrm>
            <a:off x="5058058" y="4035356"/>
            <a:ext cx="2746513" cy="2343264"/>
            <a:chOff x="5249968" y="1612708"/>
            <a:chExt cx="3336305" cy="2826000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A38E8283-3A07-635C-2743-4C92B3ED1135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5" name="橢圓 134">
              <a:extLst>
                <a:ext uri="{FF2B5EF4-FFF2-40B4-BE49-F238E27FC236}">
                  <a16:creationId xmlns:a16="http://schemas.microsoft.com/office/drawing/2014/main" id="{12FA3EDF-B26F-C203-6F5B-7294D12797B3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0B4DD469-CDE3-A862-7837-A61D23CC0089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79A81D2A-274D-FBAD-10D9-D63E594543D8}"/>
                </a:ext>
              </a:extLst>
            </p:cNvPr>
            <p:cNvSpPr/>
            <p:nvPr/>
          </p:nvSpPr>
          <p:spPr>
            <a:xfrm>
              <a:off x="5732100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996CB5C1-3FB8-6490-D0A5-194A215F0806}"/>
                </a:ext>
              </a:extLst>
            </p:cNvPr>
            <p:cNvCxnSpPr>
              <a:cxnSpLocks/>
              <a:stCxn id="135" idx="4"/>
              <a:endCxn id="134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>
              <a:extLst>
                <a:ext uri="{FF2B5EF4-FFF2-40B4-BE49-F238E27FC236}">
                  <a16:creationId xmlns:a16="http://schemas.microsoft.com/office/drawing/2014/main" id="{72237624-0748-0FD2-46A7-02E34FA68DFE}"/>
                </a:ext>
              </a:extLst>
            </p:cNvPr>
            <p:cNvCxnSpPr>
              <a:cxnSpLocks/>
              <a:stCxn id="135" idx="4"/>
              <a:endCxn id="136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52AFC0CA-01AD-ECDD-834F-573FFD466282}"/>
                </a:ext>
              </a:extLst>
            </p:cNvPr>
            <p:cNvCxnSpPr>
              <a:cxnSpLocks/>
              <a:stCxn id="134" idx="4"/>
              <a:endCxn id="137" idx="0"/>
            </p:cNvCxnSpPr>
            <p:nvPr/>
          </p:nvCxnSpPr>
          <p:spPr>
            <a:xfrm>
              <a:off x="5519969" y="2914708"/>
              <a:ext cx="482132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72E67386-2B02-6FC0-0CE3-9C2D340B4196}"/>
                </a:ext>
              </a:extLst>
            </p:cNvPr>
            <p:cNvSpPr txBox="1"/>
            <p:nvPr/>
          </p:nvSpPr>
          <p:spPr>
            <a:xfrm>
              <a:off x="6595809" y="3049996"/>
              <a:ext cx="1990464" cy="7794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P.left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maybe</a:t>
              </a:r>
            </a:p>
          </p:txBody>
        </p:sp>
        <p:sp>
          <p:nvSpPr>
            <p:cNvPr id="143" name="橢圓 142">
              <a:extLst>
                <a:ext uri="{FF2B5EF4-FFF2-40B4-BE49-F238E27FC236}">
                  <a16:creationId xmlns:a16="http://schemas.microsoft.com/office/drawing/2014/main" id="{B269907E-66F4-E249-BF6F-A7DDE0D07896}"/>
                </a:ext>
              </a:extLst>
            </p:cNvPr>
            <p:cNvSpPr/>
            <p:nvPr/>
          </p:nvSpPr>
          <p:spPr>
            <a:xfrm>
              <a:off x="5407423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4" name="橢圓 143">
              <a:extLst>
                <a:ext uri="{FF2B5EF4-FFF2-40B4-BE49-F238E27FC236}">
                  <a16:creationId xmlns:a16="http://schemas.microsoft.com/office/drawing/2014/main" id="{647DE0C3-6385-1529-51B2-7DD93E94CBFA}"/>
                </a:ext>
              </a:extLst>
            </p:cNvPr>
            <p:cNvSpPr/>
            <p:nvPr/>
          </p:nvSpPr>
          <p:spPr>
            <a:xfrm>
              <a:off x="6129663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5" name="直線接點 144">
              <a:extLst>
                <a:ext uri="{FF2B5EF4-FFF2-40B4-BE49-F238E27FC236}">
                  <a16:creationId xmlns:a16="http://schemas.microsoft.com/office/drawing/2014/main" id="{57BB7744-F925-51B0-7B30-A60D6902BE3B}"/>
                </a:ext>
              </a:extLst>
            </p:cNvPr>
            <p:cNvCxnSpPr>
              <a:cxnSpLocks/>
              <a:stCxn id="137" idx="4"/>
              <a:endCxn id="143" idx="0"/>
            </p:cNvCxnSpPr>
            <p:nvPr/>
          </p:nvCxnSpPr>
          <p:spPr>
            <a:xfrm flipH="1">
              <a:off x="5677423" y="3676710"/>
              <a:ext cx="324677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A771ECE8-88DA-EDC8-770D-CD9B9A0A6A34}"/>
                </a:ext>
              </a:extLst>
            </p:cNvPr>
            <p:cNvCxnSpPr>
              <a:cxnSpLocks/>
              <a:stCxn id="137" idx="4"/>
              <a:endCxn id="144" idx="0"/>
            </p:cNvCxnSpPr>
            <p:nvPr/>
          </p:nvCxnSpPr>
          <p:spPr>
            <a:xfrm>
              <a:off x="6002101" y="3676710"/>
              <a:ext cx="397563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群組 146">
            <a:extLst>
              <a:ext uri="{FF2B5EF4-FFF2-40B4-BE49-F238E27FC236}">
                <a16:creationId xmlns:a16="http://schemas.microsoft.com/office/drawing/2014/main" id="{185C5BA4-4431-1B07-0040-C77D97A170FA}"/>
              </a:ext>
            </a:extLst>
          </p:cNvPr>
          <p:cNvGrpSpPr/>
          <p:nvPr/>
        </p:nvGrpSpPr>
        <p:grpSpPr>
          <a:xfrm>
            <a:off x="8195707" y="3731485"/>
            <a:ext cx="3320214" cy="2694744"/>
            <a:chOff x="4903685" y="1188820"/>
            <a:chExt cx="4033202" cy="3249888"/>
          </a:xfrm>
        </p:grpSpPr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2FD7688B-F9F9-4952-BC82-5E99D8256A3B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9" name="橢圓 148">
              <a:extLst>
                <a:ext uri="{FF2B5EF4-FFF2-40B4-BE49-F238E27FC236}">
                  <a16:creationId xmlns:a16="http://schemas.microsoft.com/office/drawing/2014/main" id="{75714BF1-79C7-A98C-4FD0-BDEE743CEAA3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0" name="橢圓 149">
              <a:extLst>
                <a:ext uri="{FF2B5EF4-FFF2-40B4-BE49-F238E27FC236}">
                  <a16:creationId xmlns:a16="http://schemas.microsoft.com/office/drawing/2014/main" id="{3DC3AFED-6372-BD68-D3B7-26DF13DDC5B4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1" name="橢圓 150">
              <a:extLst>
                <a:ext uri="{FF2B5EF4-FFF2-40B4-BE49-F238E27FC236}">
                  <a16:creationId xmlns:a16="http://schemas.microsoft.com/office/drawing/2014/main" id="{959B0EFF-20EA-EFF8-3174-C3BEA3150B8D}"/>
                </a:ext>
              </a:extLst>
            </p:cNvPr>
            <p:cNvSpPr/>
            <p:nvPr/>
          </p:nvSpPr>
          <p:spPr>
            <a:xfrm>
              <a:off x="6359922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1097B4B0-E328-1CDE-BC21-1FEFBE2E95A5}"/>
                </a:ext>
              </a:extLst>
            </p:cNvPr>
            <p:cNvCxnSpPr>
              <a:cxnSpLocks/>
              <a:stCxn id="149" idx="4"/>
              <a:endCxn id="148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>
              <a:extLst>
                <a:ext uri="{FF2B5EF4-FFF2-40B4-BE49-F238E27FC236}">
                  <a16:creationId xmlns:a16="http://schemas.microsoft.com/office/drawing/2014/main" id="{20D02578-54BF-133F-1433-0505EA7D8116}"/>
                </a:ext>
              </a:extLst>
            </p:cNvPr>
            <p:cNvCxnSpPr>
              <a:cxnSpLocks/>
              <a:stCxn id="149" idx="4"/>
              <a:endCxn id="150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AC686F25-DBB2-411F-D543-796957FB6110}"/>
                </a:ext>
              </a:extLst>
            </p:cNvPr>
            <p:cNvCxnSpPr>
              <a:cxnSpLocks/>
              <a:stCxn id="150" idx="4"/>
              <a:endCxn id="151" idx="0"/>
            </p:cNvCxnSpPr>
            <p:nvPr/>
          </p:nvCxnSpPr>
          <p:spPr>
            <a:xfrm>
              <a:off x="6222333" y="2848449"/>
              <a:ext cx="407590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281B8598-D53E-8EC9-1691-D3A32DE630E7}"/>
                </a:ext>
              </a:extLst>
            </p:cNvPr>
            <p:cNvSpPr txBox="1"/>
            <p:nvPr/>
          </p:nvSpPr>
          <p:spPr>
            <a:xfrm>
              <a:off x="4903685" y="1188820"/>
              <a:ext cx="3295500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10BD7DD8-7E16-FB70-A2B4-DC7F12D1DA90}"/>
                </a:ext>
              </a:extLst>
            </p:cNvPr>
            <p:cNvSpPr txBox="1"/>
            <p:nvPr/>
          </p:nvSpPr>
          <p:spPr>
            <a:xfrm>
              <a:off x="6995104" y="2947498"/>
              <a:ext cx="1941783" cy="7794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P.right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maybe</a:t>
              </a:r>
            </a:p>
          </p:txBody>
        </p:sp>
        <p:sp>
          <p:nvSpPr>
            <p:cNvPr id="157" name="橢圓 156">
              <a:extLst>
                <a:ext uri="{FF2B5EF4-FFF2-40B4-BE49-F238E27FC236}">
                  <a16:creationId xmlns:a16="http://schemas.microsoft.com/office/drawing/2014/main" id="{13A76BC8-5A75-BEF6-CBCA-D1DB5BCE5A04}"/>
                </a:ext>
              </a:extLst>
            </p:cNvPr>
            <p:cNvSpPr/>
            <p:nvPr/>
          </p:nvSpPr>
          <p:spPr>
            <a:xfrm>
              <a:off x="6035244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8" name="橢圓 157">
              <a:extLst>
                <a:ext uri="{FF2B5EF4-FFF2-40B4-BE49-F238E27FC236}">
                  <a16:creationId xmlns:a16="http://schemas.microsoft.com/office/drawing/2014/main" id="{436B5A64-0FA7-DB5B-194B-A6DC44D3CE6F}"/>
                </a:ext>
              </a:extLst>
            </p:cNvPr>
            <p:cNvSpPr/>
            <p:nvPr/>
          </p:nvSpPr>
          <p:spPr>
            <a:xfrm>
              <a:off x="6757488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977627F4-E624-2E99-C239-E28521EA4476}"/>
                </a:ext>
              </a:extLst>
            </p:cNvPr>
            <p:cNvCxnSpPr>
              <a:cxnSpLocks/>
              <a:stCxn id="151" idx="4"/>
              <a:endCxn id="157" idx="0"/>
            </p:cNvCxnSpPr>
            <p:nvPr/>
          </p:nvCxnSpPr>
          <p:spPr>
            <a:xfrm flipH="1">
              <a:off x="6305244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67B755C7-1F8D-468D-B812-EAB8910D93EC}"/>
                </a:ext>
              </a:extLst>
            </p:cNvPr>
            <p:cNvCxnSpPr>
              <a:cxnSpLocks/>
              <a:stCxn id="151" idx="4"/>
              <a:endCxn id="158" idx="0"/>
            </p:cNvCxnSpPr>
            <p:nvPr/>
          </p:nvCxnSpPr>
          <p:spPr>
            <a:xfrm>
              <a:off x="6629923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6FB1FD20-72BB-F6B6-4FF3-D8A7EEE747BC}"/>
              </a:ext>
            </a:extLst>
          </p:cNvPr>
          <p:cNvSpPr txBox="1"/>
          <p:nvPr/>
        </p:nvSpPr>
        <p:spPr>
          <a:xfrm>
            <a:off x="83713" y="113840"/>
            <a:ext cx="937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(TRUE): to-be-deleted node has zero or one child</a:t>
            </a: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94A6921D-4BCD-8E9F-71B4-A58233E92D25}"/>
              </a:ext>
            </a:extLst>
          </p:cNvPr>
          <p:cNvGrpSpPr/>
          <p:nvPr/>
        </p:nvGrpSpPr>
        <p:grpSpPr>
          <a:xfrm>
            <a:off x="2185349" y="1823932"/>
            <a:ext cx="2213379" cy="2668604"/>
            <a:chOff x="2289034" y="359655"/>
            <a:chExt cx="2303938" cy="2668604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114748D7-30F4-9FCB-7172-82A1D8E2B5D4}"/>
                </a:ext>
              </a:extLst>
            </p:cNvPr>
            <p:cNvSpPr/>
            <p:nvPr/>
          </p:nvSpPr>
          <p:spPr>
            <a:xfrm>
              <a:off x="2289034" y="175939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9FAE24E-DA7B-C1BE-07CA-83833D71B16D}"/>
                </a:ext>
              </a:extLst>
            </p:cNvPr>
            <p:cNvSpPr/>
            <p:nvPr/>
          </p:nvSpPr>
          <p:spPr>
            <a:xfrm>
              <a:off x="2573958" y="99739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AC2725CF-2E34-6DE5-CE25-C7F7E8A5B71D}"/>
                </a:ext>
              </a:extLst>
            </p:cNvPr>
            <p:cNvSpPr/>
            <p:nvPr/>
          </p:nvSpPr>
          <p:spPr>
            <a:xfrm>
              <a:off x="2583713" y="248825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AEA52D0F-19D9-E130-6090-6F580A0F3949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2559034" y="1537396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47AC3A36-BD7D-E693-983F-38231F051142}"/>
                </a:ext>
              </a:extLst>
            </p:cNvPr>
            <p:cNvCxnSpPr>
              <a:cxnSpLocks/>
              <a:stCxn id="14" idx="4"/>
              <a:endCxn id="19" idx="0"/>
            </p:cNvCxnSpPr>
            <p:nvPr/>
          </p:nvCxnSpPr>
          <p:spPr>
            <a:xfrm>
              <a:off x="2559034" y="2299396"/>
              <a:ext cx="294679" cy="1888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53DA4A6-004D-1F5B-99F1-C1319F3EBFEB}"/>
                </a:ext>
              </a:extLst>
            </p:cNvPr>
            <p:cNvSpPr txBox="1"/>
            <p:nvPr/>
          </p:nvSpPr>
          <p:spPr>
            <a:xfrm>
              <a:off x="2523736" y="359655"/>
              <a:ext cx="2069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left/right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root = maybe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781B5372-39E6-E17D-A915-DF864A0FC88D}"/>
              </a:ext>
            </a:extLst>
          </p:cNvPr>
          <p:cNvGrpSpPr/>
          <p:nvPr/>
        </p:nvGrpSpPr>
        <p:grpSpPr>
          <a:xfrm>
            <a:off x="249196" y="1818868"/>
            <a:ext cx="1987902" cy="1937319"/>
            <a:chOff x="1873635" y="362077"/>
            <a:chExt cx="1987902" cy="1937319"/>
          </a:xfrm>
        </p:grpSpPr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B57A1193-31AC-E628-2E62-8AC89B868E5A}"/>
                </a:ext>
              </a:extLst>
            </p:cNvPr>
            <p:cNvSpPr/>
            <p:nvPr/>
          </p:nvSpPr>
          <p:spPr>
            <a:xfrm>
              <a:off x="2289034" y="175939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D317E0FE-778C-DD3D-FB45-B10145DF3FAE}"/>
                </a:ext>
              </a:extLst>
            </p:cNvPr>
            <p:cNvSpPr/>
            <p:nvPr/>
          </p:nvSpPr>
          <p:spPr>
            <a:xfrm>
              <a:off x="2573958" y="99739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9DF548AC-5282-CDFD-BC91-4242F39DB11B}"/>
                </a:ext>
              </a:extLst>
            </p:cNvPr>
            <p:cNvCxnSpPr>
              <a:cxnSpLocks/>
              <a:stCxn id="43" idx="4"/>
              <a:endCxn id="42" idx="0"/>
            </p:cNvCxnSpPr>
            <p:nvPr/>
          </p:nvCxnSpPr>
          <p:spPr>
            <a:xfrm flipH="1">
              <a:off x="2559034" y="1537396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033B2998-6738-459F-B504-3CA3127A44EA}"/>
                </a:ext>
              </a:extLst>
            </p:cNvPr>
            <p:cNvSpPr txBox="1"/>
            <p:nvPr/>
          </p:nvSpPr>
          <p:spPr>
            <a:xfrm>
              <a:off x="1873635" y="362077"/>
              <a:ext cx="19879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left/right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root = maybe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985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10478-6643-6D35-C583-E1370166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C082560-BB41-108E-8840-4E1A641E289F}"/>
              </a:ext>
            </a:extLst>
          </p:cNvPr>
          <p:cNvSpPr txBox="1"/>
          <p:nvPr/>
        </p:nvSpPr>
        <p:spPr>
          <a:xfrm>
            <a:off x="79725" y="213008"/>
            <a:ext cx="893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(FALSE): to-be-deleted node has two children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21F46CE-0B56-6429-B3F6-0EDC67E286F6}"/>
              </a:ext>
            </a:extLst>
          </p:cNvPr>
          <p:cNvSpPr txBox="1"/>
          <p:nvPr/>
        </p:nvSpPr>
        <p:spPr>
          <a:xfrm>
            <a:off x="485138" y="1245064"/>
            <a:ext cx="1375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leaf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E5D02968-0386-BCD5-95DB-084DBFDECAAA}"/>
              </a:ext>
            </a:extLst>
          </p:cNvPr>
          <p:cNvGrpSpPr/>
          <p:nvPr/>
        </p:nvGrpSpPr>
        <p:grpSpPr>
          <a:xfrm>
            <a:off x="2407663" y="2198785"/>
            <a:ext cx="2140273" cy="3045020"/>
            <a:chOff x="7226760" y="1981587"/>
            <a:chExt cx="2140273" cy="304502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8DBA0EC2-EC34-E6B4-A01D-2F0931C793F6}"/>
                </a:ext>
              </a:extLst>
            </p:cNvPr>
            <p:cNvSpPr/>
            <p:nvPr/>
          </p:nvSpPr>
          <p:spPr>
            <a:xfrm>
              <a:off x="7607834" y="2743587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4</a:t>
              </a:r>
            </a:p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9C9B8CF8-8F62-B249-36D1-D401908C7BF6}"/>
                </a:ext>
              </a:extLst>
            </p:cNvPr>
            <p:cNvSpPr/>
            <p:nvPr/>
          </p:nvSpPr>
          <p:spPr>
            <a:xfrm>
              <a:off x="7892758" y="1981587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5</a:t>
              </a:r>
            </a:p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30BC4C8-AF0D-38C4-1946-923449122598}"/>
                </a:ext>
              </a:extLst>
            </p:cNvPr>
            <p:cNvSpPr/>
            <p:nvPr/>
          </p:nvSpPr>
          <p:spPr>
            <a:xfrm>
              <a:off x="8827033" y="2677327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6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DB6F573F-17C8-92EB-8B67-74726E95D770}"/>
                </a:ext>
              </a:extLst>
            </p:cNvPr>
            <p:cNvSpPr/>
            <p:nvPr/>
          </p:nvSpPr>
          <p:spPr>
            <a:xfrm>
              <a:off x="7226760" y="361409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2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BC9ECE06-B895-24BF-54B6-C1D9161783BE}"/>
                </a:ext>
              </a:extLst>
            </p:cNvPr>
            <p:cNvCxnSpPr>
              <a:cxnSpLocks/>
              <a:stCxn id="15" idx="4"/>
              <a:endCxn id="4" idx="0"/>
            </p:cNvCxnSpPr>
            <p:nvPr/>
          </p:nvCxnSpPr>
          <p:spPr>
            <a:xfrm flipH="1">
              <a:off x="7877834" y="2521587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E38F57C2-2BAF-A5FD-675B-5E0AE20AA0BA}"/>
                </a:ext>
              </a:extLst>
            </p:cNvPr>
            <p:cNvCxnSpPr>
              <a:cxnSpLocks/>
              <a:stCxn id="15" idx="4"/>
              <a:endCxn id="18" idx="0"/>
            </p:cNvCxnSpPr>
            <p:nvPr/>
          </p:nvCxnSpPr>
          <p:spPr>
            <a:xfrm>
              <a:off x="8162758" y="2521587"/>
              <a:ext cx="934275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3DF4F013-343E-E825-BBEC-93838F1E9290}"/>
                </a:ext>
              </a:extLst>
            </p:cNvPr>
            <p:cNvCxnSpPr>
              <a:cxnSpLocks/>
              <a:stCxn id="4" idx="4"/>
              <a:endCxn id="20" idx="0"/>
            </p:cNvCxnSpPr>
            <p:nvPr/>
          </p:nvCxnSpPr>
          <p:spPr>
            <a:xfrm flipH="1">
              <a:off x="7496760" y="3283587"/>
              <a:ext cx="381074" cy="33050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2F17F50D-2648-8FA9-9E28-E3767648D5FE}"/>
                </a:ext>
              </a:extLst>
            </p:cNvPr>
            <p:cNvSpPr/>
            <p:nvPr/>
          </p:nvSpPr>
          <p:spPr>
            <a:xfrm>
              <a:off x="7776524" y="4486607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3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CEEB9D55-BBCA-A19C-B91D-2488FE398D74}"/>
                </a:ext>
              </a:extLst>
            </p:cNvPr>
            <p:cNvCxnSpPr>
              <a:cxnSpLocks/>
              <a:stCxn id="20" idx="4"/>
              <a:endCxn id="26" idx="0"/>
            </p:cNvCxnSpPr>
            <p:nvPr/>
          </p:nvCxnSpPr>
          <p:spPr>
            <a:xfrm>
              <a:off x="7496760" y="4154091"/>
              <a:ext cx="549764" cy="332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DC55CB4-78D2-A853-50E4-B0A756491E9F}"/>
              </a:ext>
            </a:extLst>
          </p:cNvPr>
          <p:cNvSpPr txBox="1"/>
          <p:nvPr/>
        </p:nvSpPr>
        <p:spPr>
          <a:xfrm>
            <a:off x="3058737" y="1245064"/>
            <a:ext cx="1705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internal node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0C58F88-60DB-CE63-7600-72B4B8A45CBA}"/>
              </a:ext>
            </a:extLst>
          </p:cNvPr>
          <p:cNvGrpSpPr/>
          <p:nvPr/>
        </p:nvGrpSpPr>
        <p:grpSpPr>
          <a:xfrm>
            <a:off x="485138" y="2198785"/>
            <a:ext cx="1242365" cy="1302000"/>
            <a:chOff x="1346822" y="2082079"/>
            <a:chExt cx="1242365" cy="1302000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DAF3AC8E-7329-ABE5-16B2-3A99126F4A80}"/>
                </a:ext>
              </a:extLst>
            </p:cNvPr>
            <p:cNvSpPr/>
            <p:nvPr/>
          </p:nvSpPr>
          <p:spPr>
            <a:xfrm>
              <a:off x="1346822" y="284407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3DAF7506-D4E8-2698-D18B-10F84E85CEC2}"/>
                </a:ext>
              </a:extLst>
            </p:cNvPr>
            <p:cNvSpPr/>
            <p:nvPr/>
          </p:nvSpPr>
          <p:spPr>
            <a:xfrm>
              <a:off x="1631746" y="208207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5D561CA6-78CA-4D3A-324E-D979B8CDF127}"/>
                </a:ext>
              </a:extLst>
            </p:cNvPr>
            <p:cNvSpPr/>
            <p:nvPr/>
          </p:nvSpPr>
          <p:spPr>
            <a:xfrm>
              <a:off x="2049187" y="277781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E17CA26A-D244-7B32-35EF-9F9BE5B4FC41}"/>
                </a:ext>
              </a:extLst>
            </p:cNvPr>
            <p:cNvCxnSpPr>
              <a:cxnSpLocks/>
              <a:stCxn id="32" idx="4"/>
              <a:endCxn id="31" idx="0"/>
            </p:cNvCxnSpPr>
            <p:nvPr/>
          </p:nvCxnSpPr>
          <p:spPr>
            <a:xfrm flipH="1">
              <a:off x="1616822" y="2622079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644692AE-72E5-15EF-A3C7-B8F9FA314278}"/>
                </a:ext>
              </a:extLst>
            </p:cNvPr>
            <p:cNvCxnSpPr>
              <a:cxnSpLocks/>
              <a:stCxn id="32" idx="4"/>
              <a:endCxn id="33" idx="0"/>
            </p:cNvCxnSpPr>
            <p:nvPr/>
          </p:nvCxnSpPr>
          <p:spPr>
            <a:xfrm>
              <a:off x="1901746" y="2622079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49FB334B-77B8-ED70-CA68-2436816FFA2C}"/>
              </a:ext>
            </a:extLst>
          </p:cNvPr>
          <p:cNvSpPr txBox="1"/>
          <p:nvPr/>
        </p:nvSpPr>
        <p:spPr>
          <a:xfrm>
            <a:off x="6465594" y="1167211"/>
            <a:ext cx="2432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Not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leaf</a:t>
            </a: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09EA4731-67B1-48D1-142B-405CBC5A1506}"/>
              </a:ext>
            </a:extLst>
          </p:cNvPr>
          <p:cNvSpPr txBox="1"/>
          <p:nvPr/>
        </p:nvSpPr>
        <p:spPr>
          <a:xfrm>
            <a:off x="9102692" y="1167211"/>
            <a:ext cx="2432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Not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internal node</a:t>
            </a: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CFCFC1A2-AF39-7E52-37FE-7630E0B1B97A}"/>
              </a:ext>
            </a:extLst>
          </p:cNvPr>
          <p:cNvSpPr txBox="1"/>
          <p:nvPr/>
        </p:nvSpPr>
        <p:spPr>
          <a:xfrm>
            <a:off x="98367" y="569997"/>
            <a:ext cx="755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3A: (to-be-deleted) node has two children (P = None, N = root)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E77F8D6D-8A26-0255-124C-C03F9C480B35}"/>
              </a:ext>
            </a:extLst>
          </p:cNvPr>
          <p:cNvSpPr/>
          <p:nvPr/>
        </p:nvSpPr>
        <p:spPr>
          <a:xfrm>
            <a:off x="6594860" y="3042519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C7E858FE-6621-0054-CDD6-989C94240151}"/>
              </a:ext>
            </a:extLst>
          </p:cNvPr>
          <p:cNvSpPr/>
          <p:nvPr/>
        </p:nvSpPr>
        <p:spPr>
          <a:xfrm>
            <a:off x="6879784" y="2280519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9F824F1A-1D25-897E-C626-93074B4BDE12}"/>
              </a:ext>
            </a:extLst>
          </p:cNvPr>
          <p:cNvSpPr/>
          <p:nvPr/>
        </p:nvSpPr>
        <p:spPr>
          <a:xfrm>
            <a:off x="7297225" y="2976259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C3EE5E7-CE54-0625-FDA8-CCCE1E75DE47}"/>
              </a:ext>
            </a:extLst>
          </p:cNvPr>
          <p:cNvSpPr/>
          <p:nvPr/>
        </p:nvSpPr>
        <p:spPr>
          <a:xfrm>
            <a:off x="6879784" y="3815482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5B6CDE4B-4C07-FBC1-EC01-BEF016CAC4D8}"/>
              </a:ext>
            </a:extLst>
          </p:cNvPr>
          <p:cNvCxnSpPr>
            <a:cxnSpLocks/>
            <a:stCxn id="101" idx="4"/>
            <a:endCxn id="100" idx="0"/>
          </p:cNvCxnSpPr>
          <p:nvPr/>
        </p:nvCxnSpPr>
        <p:spPr>
          <a:xfrm flipH="1">
            <a:off x="6864860" y="2820519"/>
            <a:ext cx="284924" cy="22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34D92C61-10C8-6E91-76CE-3F627038AA70}"/>
              </a:ext>
            </a:extLst>
          </p:cNvPr>
          <p:cNvCxnSpPr>
            <a:cxnSpLocks/>
            <a:stCxn id="101" idx="4"/>
            <a:endCxn id="102" idx="0"/>
          </p:cNvCxnSpPr>
          <p:nvPr/>
        </p:nvCxnSpPr>
        <p:spPr>
          <a:xfrm>
            <a:off x="7149784" y="2820519"/>
            <a:ext cx="417441" cy="1557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C5697792-A639-FDDA-71DD-8934F9FA23EB}"/>
              </a:ext>
            </a:extLst>
          </p:cNvPr>
          <p:cNvCxnSpPr>
            <a:cxnSpLocks/>
            <a:stCxn id="100" idx="4"/>
            <a:endCxn id="103" idx="0"/>
          </p:cNvCxnSpPr>
          <p:nvPr/>
        </p:nvCxnSpPr>
        <p:spPr>
          <a:xfrm>
            <a:off x="6864860" y="3582519"/>
            <a:ext cx="284924" cy="23296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E11AA1A0-CC18-D39A-ED35-F67620770327}"/>
              </a:ext>
            </a:extLst>
          </p:cNvPr>
          <p:cNvGrpSpPr/>
          <p:nvPr/>
        </p:nvGrpSpPr>
        <p:grpSpPr>
          <a:xfrm>
            <a:off x="8694575" y="2172858"/>
            <a:ext cx="1961165" cy="2800947"/>
            <a:chOff x="3102397" y="1989889"/>
            <a:chExt cx="1961165" cy="2800947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A0EA5495-5266-9A4D-41C2-8670D4FFC9BB}"/>
                </a:ext>
              </a:extLst>
            </p:cNvPr>
            <p:cNvSpPr/>
            <p:nvPr/>
          </p:nvSpPr>
          <p:spPr>
            <a:xfrm>
              <a:off x="3821197" y="275188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 err="1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5" name="橢圓 134">
              <a:extLst>
                <a:ext uri="{FF2B5EF4-FFF2-40B4-BE49-F238E27FC236}">
                  <a16:creationId xmlns:a16="http://schemas.microsoft.com/office/drawing/2014/main" id="{4D652D5A-6747-1F18-F746-BB81B6345A2A}"/>
                </a:ext>
              </a:extLst>
            </p:cNvPr>
            <p:cNvSpPr/>
            <p:nvPr/>
          </p:nvSpPr>
          <p:spPr>
            <a:xfrm>
              <a:off x="4106121" y="198988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22602F71-5870-F5D1-8B7E-2554DFC38BD3}"/>
                </a:ext>
              </a:extLst>
            </p:cNvPr>
            <p:cNvSpPr/>
            <p:nvPr/>
          </p:nvSpPr>
          <p:spPr>
            <a:xfrm>
              <a:off x="4523562" y="268562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2FEA2B67-F708-EBB3-E1C1-2BCE7B92AECA}"/>
                </a:ext>
              </a:extLst>
            </p:cNvPr>
            <p:cNvSpPr/>
            <p:nvPr/>
          </p:nvSpPr>
          <p:spPr>
            <a:xfrm>
              <a:off x="3450134" y="3513890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921174A8-6F03-7278-5AB3-B6EFDAE9E6FE}"/>
                </a:ext>
              </a:extLst>
            </p:cNvPr>
            <p:cNvCxnSpPr>
              <a:cxnSpLocks/>
              <a:stCxn id="135" idx="4"/>
              <a:endCxn id="134" idx="0"/>
            </p:cNvCxnSpPr>
            <p:nvPr/>
          </p:nvCxnSpPr>
          <p:spPr>
            <a:xfrm flipH="1">
              <a:off x="4091197" y="2529889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>
              <a:extLst>
                <a:ext uri="{FF2B5EF4-FFF2-40B4-BE49-F238E27FC236}">
                  <a16:creationId xmlns:a16="http://schemas.microsoft.com/office/drawing/2014/main" id="{9CCC04FD-D175-7E83-1E95-179F0F27A49A}"/>
                </a:ext>
              </a:extLst>
            </p:cNvPr>
            <p:cNvCxnSpPr>
              <a:cxnSpLocks/>
              <a:stCxn id="135" idx="4"/>
              <a:endCxn id="136" idx="0"/>
            </p:cNvCxnSpPr>
            <p:nvPr/>
          </p:nvCxnSpPr>
          <p:spPr>
            <a:xfrm>
              <a:off x="4376121" y="2529889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FB8EE36E-1A12-CB5E-A9F5-AFC7EAB85317}"/>
                </a:ext>
              </a:extLst>
            </p:cNvPr>
            <p:cNvCxnSpPr>
              <a:cxnSpLocks/>
              <a:stCxn id="134" idx="4"/>
              <a:endCxn id="137" idx="0"/>
            </p:cNvCxnSpPr>
            <p:nvPr/>
          </p:nvCxnSpPr>
          <p:spPr>
            <a:xfrm flipH="1">
              <a:off x="3720134" y="3291889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橢圓 141">
              <a:extLst>
                <a:ext uri="{FF2B5EF4-FFF2-40B4-BE49-F238E27FC236}">
                  <a16:creationId xmlns:a16="http://schemas.microsoft.com/office/drawing/2014/main" id="{AF530EF2-D2B4-7846-A94C-9BD890322DEF}"/>
                </a:ext>
              </a:extLst>
            </p:cNvPr>
            <p:cNvSpPr/>
            <p:nvPr/>
          </p:nvSpPr>
          <p:spPr>
            <a:xfrm>
              <a:off x="4396886" y="3557143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3" name="直線接點 142">
              <a:extLst>
                <a:ext uri="{FF2B5EF4-FFF2-40B4-BE49-F238E27FC236}">
                  <a16:creationId xmlns:a16="http://schemas.microsoft.com/office/drawing/2014/main" id="{DC83F0F2-ED9D-088D-D4B3-A7A7427BC4C6}"/>
                </a:ext>
              </a:extLst>
            </p:cNvPr>
            <p:cNvCxnSpPr>
              <a:cxnSpLocks/>
              <a:stCxn id="134" idx="4"/>
              <a:endCxn id="142" idx="0"/>
            </p:cNvCxnSpPr>
            <p:nvPr/>
          </p:nvCxnSpPr>
          <p:spPr>
            <a:xfrm>
              <a:off x="4091197" y="3291889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橢圓 143">
              <a:extLst>
                <a:ext uri="{FF2B5EF4-FFF2-40B4-BE49-F238E27FC236}">
                  <a16:creationId xmlns:a16="http://schemas.microsoft.com/office/drawing/2014/main" id="{5C597560-A70E-2CCE-774F-CD3D0439BC36}"/>
                </a:ext>
              </a:extLst>
            </p:cNvPr>
            <p:cNvSpPr/>
            <p:nvPr/>
          </p:nvSpPr>
          <p:spPr>
            <a:xfrm>
              <a:off x="3102397" y="425083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5" name="直線接點 144">
              <a:extLst>
                <a:ext uri="{FF2B5EF4-FFF2-40B4-BE49-F238E27FC236}">
                  <a16:creationId xmlns:a16="http://schemas.microsoft.com/office/drawing/2014/main" id="{52D7B087-E00C-FC76-6C3C-4EBAAF6AFA04}"/>
                </a:ext>
              </a:extLst>
            </p:cNvPr>
            <p:cNvCxnSpPr>
              <a:cxnSpLocks/>
              <a:stCxn id="137" idx="3"/>
              <a:endCxn id="144" idx="0"/>
            </p:cNvCxnSpPr>
            <p:nvPr/>
          </p:nvCxnSpPr>
          <p:spPr>
            <a:xfrm flipH="1">
              <a:off x="3372397" y="3974809"/>
              <a:ext cx="156818" cy="27602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橢圓 145">
            <a:extLst>
              <a:ext uri="{FF2B5EF4-FFF2-40B4-BE49-F238E27FC236}">
                <a16:creationId xmlns:a16="http://schemas.microsoft.com/office/drawing/2014/main" id="{04C54BD1-8A59-5502-219D-2E24210438A6}"/>
              </a:ext>
            </a:extLst>
          </p:cNvPr>
          <p:cNvSpPr/>
          <p:nvPr/>
        </p:nvSpPr>
        <p:spPr>
          <a:xfrm>
            <a:off x="9825541" y="4457869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6185297-B497-055C-B66B-B0018823D314}"/>
              </a:ext>
            </a:extLst>
          </p:cNvPr>
          <p:cNvCxnSpPr>
            <a:cxnSpLocks/>
            <a:stCxn id="142" idx="4"/>
            <a:endCxn id="146" idx="0"/>
          </p:cNvCxnSpPr>
          <p:nvPr/>
        </p:nvCxnSpPr>
        <p:spPr>
          <a:xfrm flipH="1">
            <a:off x="10095541" y="4280112"/>
            <a:ext cx="163523" cy="1777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67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FD4A-098F-8783-B8AE-FAA21EAC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0CDE14D-D892-528C-124D-E13551C482D4}"/>
              </a:ext>
            </a:extLst>
          </p:cNvPr>
          <p:cNvSpPr txBox="1"/>
          <p:nvPr/>
        </p:nvSpPr>
        <p:spPr>
          <a:xfrm>
            <a:off x="55351" y="198063"/>
            <a:ext cx="893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(FALSE): to-be-deleted node has two children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A1C4661F-3AA2-D757-1AF3-CD90FED30ECB}"/>
              </a:ext>
            </a:extLst>
          </p:cNvPr>
          <p:cNvSpPr txBox="1"/>
          <p:nvPr/>
        </p:nvSpPr>
        <p:spPr>
          <a:xfrm>
            <a:off x="6063765" y="971534"/>
            <a:ext cx="1619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Not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Not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leaf</a:t>
            </a: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62A8E390-A440-2399-24E1-97ADD93DC673}"/>
              </a:ext>
            </a:extLst>
          </p:cNvPr>
          <p:cNvGrpSpPr/>
          <p:nvPr/>
        </p:nvGrpSpPr>
        <p:grpSpPr>
          <a:xfrm>
            <a:off x="5893472" y="2224125"/>
            <a:ext cx="2037948" cy="2778728"/>
            <a:chOff x="654153" y="2690186"/>
            <a:chExt cx="2037948" cy="2778728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2E878EDF-9F5E-BBF7-A08D-ADFA5D54E4D2}"/>
                </a:ext>
              </a:extLst>
            </p:cNvPr>
            <p:cNvSpPr/>
            <p:nvPr/>
          </p:nvSpPr>
          <p:spPr>
            <a:xfrm>
              <a:off x="1158051" y="345218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14A5906F-3A40-A5D0-FBE0-BC3C7BE1E13B}"/>
                </a:ext>
              </a:extLst>
            </p:cNvPr>
            <p:cNvSpPr/>
            <p:nvPr/>
          </p:nvSpPr>
          <p:spPr>
            <a:xfrm>
              <a:off x="1442975" y="269018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A15B27E-3990-8BF6-23AD-67394087A20D}"/>
                </a:ext>
              </a:extLst>
            </p:cNvPr>
            <p:cNvSpPr/>
            <p:nvPr/>
          </p:nvSpPr>
          <p:spPr>
            <a:xfrm>
              <a:off x="1860416" y="338592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47F6D7F6-7F37-89E4-E307-B9C54C27BF74}"/>
                </a:ext>
              </a:extLst>
            </p:cNvPr>
            <p:cNvSpPr/>
            <p:nvPr/>
          </p:nvSpPr>
          <p:spPr>
            <a:xfrm>
              <a:off x="1094240" y="491430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8D305177-98BE-EAB4-B167-2FEF83076C63}"/>
                </a:ext>
              </a:extLst>
            </p:cNvPr>
            <p:cNvCxnSpPr>
              <a:cxnSpLocks/>
              <a:stCxn id="5" idx="4"/>
              <a:endCxn id="3" idx="0"/>
            </p:cNvCxnSpPr>
            <p:nvPr/>
          </p:nvCxnSpPr>
          <p:spPr>
            <a:xfrm flipH="1">
              <a:off x="1428051" y="3230186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6495806B-8196-034D-86BF-600775105DE3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1712975" y="3230186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1A066802-0251-4256-EDB9-65C9F072CAC9}"/>
                </a:ext>
              </a:extLst>
            </p:cNvPr>
            <p:cNvCxnSpPr>
              <a:cxnSpLocks/>
              <a:stCxn id="3" idx="4"/>
              <a:endCxn id="19" idx="0"/>
            </p:cNvCxnSpPr>
            <p:nvPr/>
          </p:nvCxnSpPr>
          <p:spPr>
            <a:xfrm flipH="1">
              <a:off x="924153" y="3992186"/>
              <a:ext cx="503898" cy="2242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35FB7B97-6BF3-2080-FC33-3C19C7A19EA7}"/>
                </a:ext>
              </a:extLst>
            </p:cNvPr>
            <p:cNvSpPr/>
            <p:nvPr/>
          </p:nvSpPr>
          <p:spPr>
            <a:xfrm>
              <a:off x="1733740" y="4257440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2E676351-CF8A-DA6F-6EC3-63F3BABC1938}"/>
                </a:ext>
              </a:extLst>
            </p:cNvPr>
            <p:cNvCxnSpPr>
              <a:cxnSpLocks/>
              <a:stCxn id="3" idx="4"/>
              <a:endCxn id="12" idx="0"/>
            </p:cNvCxnSpPr>
            <p:nvPr/>
          </p:nvCxnSpPr>
          <p:spPr>
            <a:xfrm>
              <a:off x="1428051" y="3992186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A2A9F780-9BE4-188D-9220-FA3609EBF1FD}"/>
                </a:ext>
              </a:extLst>
            </p:cNvPr>
            <p:cNvSpPr/>
            <p:nvPr/>
          </p:nvSpPr>
          <p:spPr>
            <a:xfrm>
              <a:off x="2152101" y="4928914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080A1017-7F87-7B94-6685-62223A163A08}"/>
                </a:ext>
              </a:extLst>
            </p:cNvPr>
            <p:cNvCxnSpPr>
              <a:cxnSpLocks/>
              <a:stCxn id="12" idx="4"/>
              <a:endCxn id="16" idx="0"/>
            </p:cNvCxnSpPr>
            <p:nvPr/>
          </p:nvCxnSpPr>
          <p:spPr>
            <a:xfrm>
              <a:off x="2003740" y="4797440"/>
              <a:ext cx="418361" cy="1314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83A8B795-8290-8431-27DD-C0D814845FD4}"/>
                </a:ext>
              </a:extLst>
            </p:cNvPr>
            <p:cNvSpPr/>
            <p:nvPr/>
          </p:nvSpPr>
          <p:spPr>
            <a:xfrm>
              <a:off x="654153" y="4216400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 err="1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BCB42163-4145-B001-2939-974ACF72011F}"/>
                </a:ext>
              </a:extLst>
            </p:cNvPr>
            <p:cNvCxnSpPr>
              <a:cxnSpLocks/>
              <a:stCxn id="19" idx="4"/>
              <a:endCxn id="7" idx="0"/>
            </p:cNvCxnSpPr>
            <p:nvPr/>
          </p:nvCxnSpPr>
          <p:spPr>
            <a:xfrm>
              <a:off x="924153" y="4756400"/>
              <a:ext cx="440087" cy="15790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5D06525-A280-93F0-4D03-B2B9D05A43DC}"/>
              </a:ext>
            </a:extLst>
          </p:cNvPr>
          <p:cNvSpPr txBox="1"/>
          <p:nvPr/>
        </p:nvSpPr>
        <p:spPr>
          <a:xfrm>
            <a:off x="9214635" y="1059855"/>
            <a:ext cx="1619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Not None</a:t>
            </a:r>
          </a:p>
          <a:p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Not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 = internal node</a:t>
            </a: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46F9F72C-382C-DBD5-DD67-B40BF3923F7C}"/>
              </a:ext>
            </a:extLst>
          </p:cNvPr>
          <p:cNvGrpSpPr/>
          <p:nvPr/>
        </p:nvGrpSpPr>
        <p:grpSpPr>
          <a:xfrm>
            <a:off x="8988467" y="1916471"/>
            <a:ext cx="2348986" cy="3881674"/>
            <a:chOff x="435880" y="1943458"/>
            <a:chExt cx="2348986" cy="3881674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757DE18E-8262-68E6-AF51-E523518DC380}"/>
                </a:ext>
              </a:extLst>
            </p:cNvPr>
            <p:cNvSpPr/>
            <p:nvPr/>
          </p:nvSpPr>
          <p:spPr>
            <a:xfrm>
              <a:off x="1201915" y="2705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7491C4F6-E2CF-F212-2E8D-8E02C34ED5CD}"/>
                </a:ext>
              </a:extLst>
            </p:cNvPr>
            <p:cNvSpPr/>
            <p:nvPr/>
          </p:nvSpPr>
          <p:spPr>
            <a:xfrm>
              <a:off x="1486839" y="1943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602AEF64-7A88-00F7-8915-0BC7132F1FA8}"/>
                </a:ext>
              </a:extLst>
            </p:cNvPr>
            <p:cNvSpPr/>
            <p:nvPr/>
          </p:nvSpPr>
          <p:spPr>
            <a:xfrm>
              <a:off x="1904280" y="263919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A2F60440-BBF3-F460-4657-1A3577DAA5B7}"/>
                </a:ext>
              </a:extLst>
            </p:cNvPr>
            <p:cNvSpPr/>
            <p:nvPr/>
          </p:nvSpPr>
          <p:spPr>
            <a:xfrm>
              <a:off x="830852" y="346745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 err="1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7AFE6AFE-D3D2-F61F-DA75-C5863693A987}"/>
                </a:ext>
              </a:extLst>
            </p:cNvPr>
            <p:cNvCxnSpPr>
              <a:cxnSpLocks/>
              <a:stCxn id="55" idx="4"/>
              <a:endCxn id="54" idx="0"/>
            </p:cNvCxnSpPr>
            <p:nvPr/>
          </p:nvCxnSpPr>
          <p:spPr>
            <a:xfrm flipH="1">
              <a:off x="1471915" y="248345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DF739F0C-795E-AAC6-1326-A773AADF48D4}"/>
                </a:ext>
              </a:extLst>
            </p:cNvPr>
            <p:cNvCxnSpPr>
              <a:cxnSpLocks/>
              <a:stCxn id="55" idx="4"/>
              <a:endCxn id="56" idx="0"/>
            </p:cNvCxnSpPr>
            <p:nvPr/>
          </p:nvCxnSpPr>
          <p:spPr>
            <a:xfrm>
              <a:off x="1756839" y="248345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64458BE4-01EB-CCBE-B965-A757906ADE54}"/>
                </a:ext>
              </a:extLst>
            </p:cNvPr>
            <p:cNvCxnSpPr>
              <a:cxnSpLocks/>
              <a:stCxn id="54" idx="4"/>
              <a:endCxn id="57" idx="0"/>
            </p:cNvCxnSpPr>
            <p:nvPr/>
          </p:nvCxnSpPr>
          <p:spPr>
            <a:xfrm flipH="1">
              <a:off x="1100852" y="324545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38001AED-0113-B99A-B61B-2E4AD2C05843}"/>
                </a:ext>
              </a:extLst>
            </p:cNvPr>
            <p:cNvSpPr/>
            <p:nvPr/>
          </p:nvSpPr>
          <p:spPr>
            <a:xfrm>
              <a:off x="1777604" y="351071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ACA77F91-B694-B815-B221-929BDC5C6A5D}"/>
                </a:ext>
              </a:extLst>
            </p:cNvPr>
            <p:cNvCxnSpPr>
              <a:cxnSpLocks/>
              <a:stCxn id="54" idx="4"/>
              <a:endCxn id="72" idx="0"/>
            </p:cNvCxnSpPr>
            <p:nvPr/>
          </p:nvCxnSpPr>
          <p:spPr>
            <a:xfrm>
              <a:off x="1471915" y="3245458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B181E9E9-2FCA-0F53-6ED9-A5213A970A2F}"/>
                </a:ext>
              </a:extLst>
            </p:cNvPr>
            <p:cNvSpPr/>
            <p:nvPr/>
          </p:nvSpPr>
          <p:spPr>
            <a:xfrm>
              <a:off x="1247575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9A8E0DB5-B33A-B794-1ECF-CF7A3E47E0CA}"/>
                </a:ext>
              </a:extLst>
            </p:cNvPr>
            <p:cNvSpPr/>
            <p:nvPr/>
          </p:nvSpPr>
          <p:spPr>
            <a:xfrm>
              <a:off x="893080" y="528513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EACF2289-7400-04D0-536F-4EA01C97609D}"/>
                </a:ext>
              </a:extLst>
            </p:cNvPr>
            <p:cNvCxnSpPr>
              <a:cxnSpLocks/>
              <a:stCxn id="57" idx="4"/>
              <a:endCxn id="75" idx="0"/>
            </p:cNvCxnSpPr>
            <p:nvPr/>
          </p:nvCxnSpPr>
          <p:spPr>
            <a:xfrm>
              <a:off x="1100852" y="4007459"/>
              <a:ext cx="416723" cy="3904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橢圓 91">
              <a:extLst>
                <a:ext uri="{FF2B5EF4-FFF2-40B4-BE49-F238E27FC236}">
                  <a16:creationId xmlns:a16="http://schemas.microsoft.com/office/drawing/2014/main" id="{62AC950D-8A09-8F3E-4A78-95CB550BD14C}"/>
                </a:ext>
              </a:extLst>
            </p:cNvPr>
            <p:cNvSpPr/>
            <p:nvPr/>
          </p:nvSpPr>
          <p:spPr>
            <a:xfrm>
              <a:off x="435880" y="4417030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FB62816F-3B46-FA69-C3A3-E5DED6CA97EC}"/>
                </a:ext>
              </a:extLst>
            </p:cNvPr>
            <p:cNvCxnSpPr>
              <a:cxnSpLocks/>
              <a:stCxn id="57" idx="4"/>
              <a:endCxn id="92" idx="0"/>
            </p:cNvCxnSpPr>
            <p:nvPr/>
          </p:nvCxnSpPr>
          <p:spPr>
            <a:xfrm flipH="1">
              <a:off x="705880" y="4007459"/>
              <a:ext cx="394972" cy="40957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F3270B2-2F7F-4D8F-707E-688655E8357E}"/>
                </a:ext>
              </a:extLst>
            </p:cNvPr>
            <p:cNvCxnSpPr>
              <a:cxnSpLocks/>
              <a:stCxn id="88" idx="0"/>
              <a:endCxn id="75" idx="4"/>
            </p:cNvCxnSpPr>
            <p:nvPr/>
          </p:nvCxnSpPr>
          <p:spPr>
            <a:xfrm flipV="1">
              <a:off x="1163080" y="4937922"/>
              <a:ext cx="354495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E37675AD-B446-826E-57EB-3F52024385A4}"/>
                </a:ext>
              </a:extLst>
            </p:cNvPr>
            <p:cNvSpPr/>
            <p:nvPr/>
          </p:nvSpPr>
          <p:spPr>
            <a:xfrm>
              <a:off x="2244866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091B678B-19C6-40F4-CF1A-22E9AE5E2C05}"/>
                </a:ext>
              </a:extLst>
            </p:cNvPr>
            <p:cNvCxnSpPr>
              <a:cxnSpLocks/>
              <a:stCxn id="72" idx="4"/>
              <a:endCxn id="95" idx="0"/>
            </p:cNvCxnSpPr>
            <p:nvPr/>
          </p:nvCxnSpPr>
          <p:spPr>
            <a:xfrm>
              <a:off x="2047604" y="4050712"/>
              <a:ext cx="467262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3270329A-E3C6-B0CD-07ED-3F416D5A32CD}"/>
              </a:ext>
            </a:extLst>
          </p:cNvPr>
          <p:cNvGrpSpPr/>
          <p:nvPr/>
        </p:nvGrpSpPr>
        <p:grpSpPr>
          <a:xfrm>
            <a:off x="529600" y="1181186"/>
            <a:ext cx="2432281" cy="3007669"/>
            <a:chOff x="3635463" y="1062923"/>
            <a:chExt cx="2432281" cy="3007669"/>
          </a:xfrm>
        </p:grpSpPr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DB3D236A-0797-929A-2D8B-5EDE6DF1FFF7}"/>
                </a:ext>
              </a:extLst>
            </p:cNvPr>
            <p:cNvSpPr/>
            <p:nvPr/>
          </p:nvSpPr>
          <p:spPr>
            <a:xfrm>
              <a:off x="4084263" y="272533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7F0DC0A2-AC3A-8D26-D64B-88DD028C6039}"/>
                </a:ext>
              </a:extLst>
            </p:cNvPr>
            <p:cNvSpPr/>
            <p:nvPr/>
          </p:nvSpPr>
          <p:spPr>
            <a:xfrm>
              <a:off x="4369187" y="196333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4B65AF12-707C-2EDE-E89F-9673317F1EDE}"/>
                </a:ext>
              </a:extLst>
            </p:cNvPr>
            <p:cNvSpPr/>
            <p:nvPr/>
          </p:nvSpPr>
          <p:spPr>
            <a:xfrm>
              <a:off x="4786628" y="265907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25F47AF0-890D-D914-8A03-37062D8173F0}"/>
                </a:ext>
              </a:extLst>
            </p:cNvPr>
            <p:cNvSpPr/>
            <p:nvPr/>
          </p:nvSpPr>
          <p:spPr>
            <a:xfrm>
              <a:off x="3713200" y="348733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2" name="直線接點 121">
              <a:extLst>
                <a:ext uri="{FF2B5EF4-FFF2-40B4-BE49-F238E27FC236}">
                  <a16:creationId xmlns:a16="http://schemas.microsoft.com/office/drawing/2014/main" id="{F36E786A-0FD5-9460-B435-B95996D3BB80}"/>
                </a:ext>
              </a:extLst>
            </p:cNvPr>
            <p:cNvCxnSpPr>
              <a:cxnSpLocks/>
              <a:stCxn id="119" idx="4"/>
              <a:endCxn id="118" idx="0"/>
            </p:cNvCxnSpPr>
            <p:nvPr/>
          </p:nvCxnSpPr>
          <p:spPr>
            <a:xfrm flipH="1">
              <a:off x="4354263" y="250333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接點 122">
              <a:extLst>
                <a:ext uri="{FF2B5EF4-FFF2-40B4-BE49-F238E27FC236}">
                  <a16:creationId xmlns:a16="http://schemas.microsoft.com/office/drawing/2014/main" id="{DC69155B-26C9-7F71-4433-55DD30810C87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4639187" y="250333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462E9978-8DBD-ECBE-E180-C9338326D155}"/>
                </a:ext>
              </a:extLst>
            </p:cNvPr>
            <p:cNvCxnSpPr>
              <a:cxnSpLocks/>
              <a:stCxn id="118" idx="4"/>
              <a:endCxn id="121" idx="0"/>
            </p:cNvCxnSpPr>
            <p:nvPr/>
          </p:nvCxnSpPr>
          <p:spPr>
            <a:xfrm flipH="1">
              <a:off x="3983200" y="326533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95C7A420-FEA6-CF86-FEA2-D8783B873A91}"/>
                </a:ext>
              </a:extLst>
            </p:cNvPr>
            <p:cNvSpPr txBox="1"/>
            <p:nvPr/>
          </p:nvSpPr>
          <p:spPr>
            <a:xfrm>
              <a:off x="3635463" y="1062923"/>
              <a:ext cx="24322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 = leaf</a:t>
              </a:r>
            </a:p>
          </p:txBody>
        </p: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9439DD7D-6078-9DD1-F4BD-69D515F16489}"/>
                </a:ext>
              </a:extLst>
            </p:cNvPr>
            <p:cNvSpPr/>
            <p:nvPr/>
          </p:nvSpPr>
          <p:spPr>
            <a:xfrm>
              <a:off x="4659952" y="353059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A01DE63A-DC48-5F75-3811-8FAF5C9C229D}"/>
                </a:ext>
              </a:extLst>
            </p:cNvPr>
            <p:cNvCxnSpPr>
              <a:cxnSpLocks/>
              <a:stCxn id="118" idx="4"/>
              <a:endCxn id="126" idx="0"/>
            </p:cNvCxnSpPr>
            <p:nvPr/>
          </p:nvCxnSpPr>
          <p:spPr>
            <a:xfrm>
              <a:off x="4354263" y="3265338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D6E6DBF9-9D30-394C-F8C9-2817F2D1E616}"/>
              </a:ext>
            </a:extLst>
          </p:cNvPr>
          <p:cNvGrpSpPr/>
          <p:nvPr/>
        </p:nvGrpSpPr>
        <p:grpSpPr>
          <a:xfrm>
            <a:off x="3102397" y="1089474"/>
            <a:ext cx="2702281" cy="3701362"/>
            <a:chOff x="3102397" y="1089474"/>
            <a:chExt cx="2702281" cy="3701362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B2232B19-F515-6D0F-0FFE-A6F8D8C5EBE7}"/>
                </a:ext>
              </a:extLst>
            </p:cNvPr>
            <p:cNvSpPr/>
            <p:nvPr/>
          </p:nvSpPr>
          <p:spPr>
            <a:xfrm>
              <a:off x="3821197" y="275188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0E12666E-BA69-6664-6CD3-88946CA46EF4}"/>
                </a:ext>
              </a:extLst>
            </p:cNvPr>
            <p:cNvSpPr/>
            <p:nvPr/>
          </p:nvSpPr>
          <p:spPr>
            <a:xfrm>
              <a:off x="4106121" y="198988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DF37B8A9-3C2F-3973-B9D2-4C3509663731}"/>
                </a:ext>
              </a:extLst>
            </p:cNvPr>
            <p:cNvSpPr/>
            <p:nvPr/>
          </p:nvSpPr>
          <p:spPr>
            <a:xfrm>
              <a:off x="4523562" y="268562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2" name="橢圓 131">
              <a:extLst>
                <a:ext uri="{FF2B5EF4-FFF2-40B4-BE49-F238E27FC236}">
                  <a16:creationId xmlns:a16="http://schemas.microsoft.com/office/drawing/2014/main" id="{60E1EB30-7D24-6D86-2A88-978FE6BD52AD}"/>
                </a:ext>
              </a:extLst>
            </p:cNvPr>
            <p:cNvSpPr/>
            <p:nvPr/>
          </p:nvSpPr>
          <p:spPr>
            <a:xfrm>
              <a:off x="3450134" y="3513890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3" name="直線接點 132">
              <a:extLst>
                <a:ext uri="{FF2B5EF4-FFF2-40B4-BE49-F238E27FC236}">
                  <a16:creationId xmlns:a16="http://schemas.microsoft.com/office/drawing/2014/main" id="{1A75218F-3EFF-F770-1DB5-0C11498CF224}"/>
                </a:ext>
              </a:extLst>
            </p:cNvPr>
            <p:cNvCxnSpPr>
              <a:cxnSpLocks/>
              <a:stCxn id="130" idx="4"/>
              <a:endCxn id="129" idx="0"/>
            </p:cNvCxnSpPr>
            <p:nvPr/>
          </p:nvCxnSpPr>
          <p:spPr>
            <a:xfrm flipH="1">
              <a:off x="4091197" y="2529889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接點 133">
              <a:extLst>
                <a:ext uri="{FF2B5EF4-FFF2-40B4-BE49-F238E27FC236}">
                  <a16:creationId xmlns:a16="http://schemas.microsoft.com/office/drawing/2014/main" id="{AAA236E3-A12B-CE69-E2A2-17A840E0364F}"/>
                </a:ext>
              </a:extLst>
            </p:cNvPr>
            <p:cNvCxnSpPr>
              <a:cxnSpLocks/>
              <a:stCxn id="130" idx="4"/>
              <a:endCxn id="131" idx="0"/>
            </p:cNvCxnSpPr>
            <p:nvPr/>
          </p:nvCxnSpPr>
          <p:spPr>
            <a:xfrm>
              <a:off x="4376121" y="2529889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接點 134">
              <a:extLst>
                <a:ext uri="{FF2B5EF4-FFF2-40B4-BE49-F238E27FC236}">
                  <a16:creationId xmlns:a16="http://schemas.microsoft.com/office/drawing/2014/main" id="{18CD9558-771F-3199-062B-D032E74A1A77}"/>
                </a:ext>
              </a:extLst>
            </p:cNvPr>
            <p:cNvCxnSpPr>
              <a:cxnSpLocks/>
              <a:stCxn id="129" idx="4"/>
              <a:endCxn id="132" idx="0"/>
            </p:cNvCxnSpPr>
            <p:nvPr/>
          </p:nvCxnSpPr>
          <p:spPr>
            <a:xfrm flipH="1">
              <a:off x="3720134" y="3291889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CD5D8855-4813-C294-B869-B64B4B6E26E4}"/>
                </a:ext>
              </a:extLst>
            </p:cNvPr>
            <p:cNvSpPr txBox="1"/>
            <p:nvPr/>
          </p:nvSpPr>
          <p:spPr>
            <a:xfrm>
              <a:off x="3372397" y="1089474"/>
              <a:ext cx="24322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= Not None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 = internal node</a:t>
              </a:r>
            </a:p>
          </p:txBody>
        </p:sp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774118E8-3236-1EEE-4B40-6DB0659A4501}"/>
                </a:ext>
              </a:extLst>
            </p:cNvPr>
            <p:cNvSpPr/>
            <p:nvPr/>
          </p:nvSpPr>
          <p:spPr>
            <a:xfrm>
              <a:off x="4396886" y="3557143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909193B3-0193-D994-AB4B-D191830B6D3B}"/>
                </a:ext>
              </a:extLst>
            </p:cNvPr>
            <p:cNvCxnSpPr>
              <a:cxnSpLocks/>
              <a:stCxn id="129" idx="4"/>
              <a:endCxn id="137" idx="0"/>
            </p:cNvCxnSpPr>
            <p:nvPr/>
          </p:nvCxnSpPr>
          <p:spPr>
            <a:xfrm>
              <a:off x="4091197" y="3291889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橢圓 138">
              <a:extLst>
                <a:ext uri="{FF2B5EF4-FFF2-40B4-BE49-F238E27FC236}">
                  <a16:creationId xmlns:a16="http://schemas.microsoft.com/office/drawing/2014/main" id="{873D240E-2C04-69ED-8049-F67584C32419}"/>
                </a:ext>
              </a:extLst>
            </p:cNvPr>
            <p:cNvSpPr/>
            <p:nvPr/>
          </p:nvSpPr>
          <p:spPr>
            <a:xfrm>
              <a:off x="3102397" y="4250836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46EABC10-3CF2-8489-B94B-1FBD0AB85392}"/>
                </a:ext>
              </a:extLst>
            </p:cNvPr>
            <p:cNvCxnSpPr>
              <a:cxnSpLocks/>
              <a:stCxn id="132" idx="3"/>
              <a:endCxn id="139" idx="0"/>
            </p:cNvCxnSpPr>
            <p:nvPr/>
          </p:nvCxnSpPr>
          <p:spPr>
            <a:xfrm flipH="1">
              <a:off x="3372397" y="3974809"/>
              <a:ext cx="156818" cy="27602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71FCD0CB-6105-5B74-C0CD-587E0E2B1B57}"/>
              </a:ext>
            </a:extLst>
          </p:cNvPr>
          <p:cNvSpPr txBox="1"/>
          <p:nvPr/>
        </p:nvSpPr>
        <p:spPr>
          <a:xfrm>
            <a:off x="98367" y="569997"/>
            <a:ext cx="697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3B: </a:t>
            </a:r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(to-be-deleted) node has two children (P = Not None)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492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4C749E-C76C-55E7-21E4-B1D8125A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Backup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3FACA1-2782-4AB6-6BB3-0F0E21091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938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E9B0-60BD-355C-FFB0-195C157B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F5A8D4DD-07C1-DAC7-2442-A879D5D408EE}"/>
              </a:ext>
            </a:extLst>
          </p:cNvPr>
          <p:cNvSpPr/>
          <p:nvPr/>
        </p:nvSpPr>
        <p:spPr>
          <a:xfrm>
            <a:off x="725355" y="1091638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DE111F0-768D-3074-0208-9788B0AC1672}"/>
              </a:ext>
            </a:extLst>
          </p:cNvPr>
          <p:cNvSpPr txBox="1"/>
          <p:nvPr/>
        </p:nvSpPr>
        <p:spPr>
          <a:xfrm>
            <a:off x="330933" y="817761"/>
            <a:ext cx="1000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root</a:t>
            </a:r>
            <a:endParaRPr kumimoji="1" lang="zh-TW" altLang="en-US" sz="1200" dirty="0"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695225C-A5C5-7D72-2658-E9B4400EB699}"/>
              </a:ext>
            </a:extLst>
          </p:cNvPr>
          <p:cNvSpPr txBox="1"/>
          <p:nvPr/>
        </p:nvSpPr>
        <p:spPr>
          <a:xfrm>
            <a:off x="725355" y="13712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1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2733B12-B8B3-A899-6ECD-9635441FA2A4}"/>
              </a:ext>
            </a:extLst>
          </p:cNvPr>
          <p:cNvSpPr txBox="1"/>
          <p:nvPr/>
        </p:nvSpPr>
        <p:spPr>
          <a:xfrm>
            <a:off x="353086" y="2573893"/>
            <a:ext cx="956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leaf</a:t>
            </a:r>
            <a:endParaRPr kumimoji="1" lang="zh-TW" altLang="en-US" sz="1200" dirty="0"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E544F8A-7248-62D5-5791-5FB1D0CE6B11}"/>
              </a:ext>
            </a:extLst>
          </p:cNvPr>
          <p:cNvSpPr txBox="1"/>
          <p:nvPr/>
        </p:nvSpPr>
        <p:spPr>
          <a:xfrm>
            <a:off x="8767893" y="15816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2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58F5F38-B2C2-9AF2-24CA-7A33FA4C4ED1}"/>
              </a:ext>
            </a:extLst>
          </p:cNvPr>
          <p:cNvSpPr txBox="1"/>
          <p:nvPr/>
        </p:nvSpPr>
        <p:spPr>
          <a:xfrm>
            <a:off x="371633" y="1665920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maybe =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 = None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DB69A5DB-0D81-7266-1F7F-3551519D9BE1}"/>
              </a:ext>
            </a:extLst>
          </p:cNvPr>
          <p:cNvGrpSpPr/>
          <p:nvPr/>
        </p:nvGrpSpPr>
        <p:grpSpPr>
          <a:xfrm>
            <a:off x="309032" y="3149092"/>
            <a:ext cx="1613428" cy="2616737"/>
            <a:chOff x="309320" y="3566607"/>
            <a:chExt cx="1613428" cy="2616737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396123F-EF67-818C-E390-572D8E316258}"/>
                </a:ext>
              </a:extLst>
            </p:cNvPr>
            <p:cNvGrpSpPr/>
            <p:nvPr/>
          </p:nvGrpSpPr>
          <p:grpSpPr>
            <a:xfrm>
              <a:off x="309320" y="3566607"/>
              <a:ext cx="1613428" cy="2064001"/>
              <a:chOff x="2551040" y="1245705"/>
              <a:chExt cx="1613428" cy="2064001"/>
            </a:xfrm>
          </p:grpSpPr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2B7B1FC8-A3EA-2BA4-7D54-74353F37E7F5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9461F9CF-D061-9E9F-12F3-546CC7D68CDC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C5303C3C-AA5B-F745-9472-D2654098BFC3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CD5FCD4A-3424-6B15-B135-131AAFDF579C}"/>
                  </a:ext>
                </a:extLst>
              </p:cNvPr>
              <p:cNvSpPr/>
              <p:nvPr/>
            </p:nvSpPr>
            <p:spPr>
              <a:xfrm>
                <a:off x="2551040" y="2769706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12957D57-A749-EB46-8772-11206555FE54}"/>
                  </a:ext>
                </a:extLst>
              </p:cNvPr>
              <p:cNvCxnSpPr>
                <a:cxnSpLocks/>
                <a:stCxn id="25" idx="4"/>
                <a:endCxn id="24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201B26C6-B3BB-3306-7233-A8A22A5F43D7}"/>
                  </a:ext>
                </a:extLst>
              </p:cNvPr>
              <p:cNvCxnSpPr>
                <a:cxnSpLocks/>
                <a:stCxn id="25" idx="4"/>
                <a:endCxn id="26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F9073424-674E-0A0A-ABCF-C950674A702E}"/>
                  </a:ext>
                </a:extLst>
              </p:cNvPr>
              <p:cNvCxnSpPr>
                <a:cxnSpLocks/>
                <a:stCxn id="24" idx="4"/>
                <a:endCxn id="27" idx="0"/>
              </p:cNvCxnSpPr>
              <p:nvPr/>
            </p:nvCxnSpPr>
            <p:spPr>
              <a:xfrm flipH="1">
                <a:off x="2821040" y="2547705"/>
                <a:ext cx="371063" cy="22200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566ADC19-59D2-2F2F-4E0C-10BBBDECB935}"/>
                </a:ext>
              </a:extLst>
            </p:cNvPr>
            <p:cNvSpPr txBox="1"/>
            <p:nvPr/>
          </p:nvSpPr>
          <p:spPr>
            <a:xfrm>
              <a:off x="309553" y="5721679"/>
              <a:ext cx="1268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91F93F73-A6B2-834B-C393-5B3731899389}"/>
              </a:ext>
            </a:extLst>
          </p:cNvPr>
          <p:cNvGrpSpPr/>
          <p:nvPr/>
        </p:nvGrpSpPr>
        <p:grpSpPr>
          <a:xfrm>
            <a:off x="2186796" y="3257911"/>
            <a:ext cx="1613195" cy="2616737"/>
            <a:chOff x="309553" y="3566607"/>
            <a:chExt cx="1613195" cy="2616737"/>
          </a:xfrm>
        </p:grpSpPr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070419E5-E887-8314-7EDB-C84963EDEDB3}"/>
                </a:ext>
              </a:extLst>
            </p:cNvPr>
            <p:cNvGrpSpPr/>
            <p:nvPr/>
          </p:nvGrpSpPr>
          <p:grpSpPr>
            <a:xfrm>
              <a:off x="680383" y="3566607"/>
              <a:ext cx="1242365" cy="2059686"/>
              <a:chOff x="2922103" y="1245705"/>
              <a:chExt cx="1242365" cy="2059686"/>
            </a:xfrm>
          </p:grpSpPr>
          <p:sp>
            <p:nvSpPr>
              <p:cNvPr id="76" name="橢圓 75">
                <a:extLst>
                  <a:ext uri="{FF2B5EF4-FFF2-40B4-BE49-F238E27FC236}">
                    <a16:creationId xmlns:a16="http://schemas.microsoft.com/office/drawing/2014/main" id="{AA810101-1E81-44C9-02C5-46CE82E14CA0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7ECB4585-AC96-7608-9486-792933D70D6F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8" name="橢圓 77">
                <a:extLst>
                  <a:ext uri="{FF2B5EF4-FFF2-40B4-BE49-F238E27FC236}">
                    <a16:creationId xmlns:a16="http://schemas.microsoft.com/office/drawing/2014/main" id="{8A913C4E-D784-06D4-A372-A30301953CF4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9" name="橢圓 78">
                <a:extLst>
                  <a:ext uri="{FF2B5EF4-FFF2-40B4-BE49-F238E27FC236}">
                    <a16:creationId xmlns:a16="http://schemas.microsoft.com/office/drawing/2014/main" id="{088F5708-A68A-B12F-0AEF-3EE200D716B6}"/>
                  </a:ext>
                </a:extLst>
              </p:cNvPr>
              <p:cNvSpPr/>
              <p:nvPr/>
            </p:nvSpPr>
            <p:spPr>
              <a:xfrm>
                <a:off x="3166183" y="2765391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8FAC0B9E-011E-3EFF-6E6B-F3A80068F84E}"/>
                  </a:ext>
                </a:extLst>
              </p:cNvPr>
              <p:cNvCxnSpPr>
                <a:cxnSpLocks/>
                <a:stCxn id="77" idx="4"/>
                <a:endCxn id="76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F7BCFA0C-B1C8-3C3E-2D8B-742BFFCD3128}"/>
                  </a:ext>
                </a:extLst>
              </p:cNvPr>
              <p:cNvCxnSpPr>
                <a:cxnSpLocks/>
                <a:stCxn id="77" idx="4"/>
                <a:endCxn id="78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83E5C79F-A12E-351F-D64C-E00988AAB170}"/>
                  </a:ext>
                </a:extLst>
              </p:cNvPr>
              <p:cNvCxnSpPr>
                <a:cxnSpLocks/>
                <a:stCxn id="76" idx="4"/>
                <a:endCxn id="79" idx="0"/>
              </p:cNvCxnSpPr>
              <p:nvPr/>
            </p:nvCxnSpPr>
            <p:spPr>
              <a:xfrm>
                <a:off x="3192103" y="2547705"/>
                <a:ext cx="244080" cy="21768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B5F2D40C-17CE-AAE1-0A55-0A7B2EA3BD71}"/>
                </a:ext>
              </a:extLst>
            </p:cNvPr>
            <p:cNvSpPr txBox="1"/>
            <p:nvPr/>
          </p:nvSpPr>
          <p:spPr>
            <a:xfrm>
              <a:off x="309553" y="5721679"/>
              <a:ext cx="1268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3BDCA556-6D74-CC49-F4B0-5C1CC3B644EF}"/>
              </a:ext>
            </a:extLst>
          </p:cNvPr>
          <p:cNvGrpSpPr/>
          <p:nvPr/>
        </p:nvGrpSpPr>
        <p:grpSpPr>
          <a:xfrm>
            <a:off x="4792763" y="817761"/>
            <a:ext cx="2893010" cy="2694744"/>
            <a:chOff x="4554227" y="1188820"/>
            <a:chExt cx="3514263" cy="3249888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5AC31BF-4F9C-27CA-3D45-CA284C851251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60FFA6D-86DF-1277-91B9-423DD54A5924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6F7289B-9078-9F7A-0D5E-BAE61835764D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AB11829A-27B4-3DFA-B152-BA19128896D2}"/>
                </a:ext>
              </a:extLst>
            </p:cNvPr>
            <p:cNvSpPr/>
            <p:nvPr/>
          </p:nvSpPr>
          <p:spPr>
            <a:xfrm>
              <a:off x="4878905" y="313670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BDD348B4-4BA0-BD5C-3221-FD9372A1AFAD}"/>
                </a:ext>
              </a:extLst>
            </p:cNvPr>
            <p:cNvCxnSpPr>
              <a:cxnSpLocks/>
              <a:stCxn id="7" idx="4"/>
              <a:endCxn id="6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9BDF3766-D783-17E2-C3ED-46691C7EC1E8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0D2189FE-5361-4689-63E9-8BC1F34118FC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148905" y="291470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15E0F9E9-2ABA-6A39-8C5F-7B9457687551}"/>
                </a:ext>
              </a:extLst>
            </p:cNvPr>
            <p:cNvSpPr txBox="1"/>
            <p:nvPr/>
          </p:nvSpPr>
          <p:spPr>
            <a:xfrm>
              <a:off x="4903685" y="1188820"/>
              <a:ext cx="3164805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B77DD7D5-FE58-DA59-D613-B770712BF310}"/>
                </a:ext>
              </a:extLst>
            </p:cNvPr>
            <p:cNvSpPr txBox="1"/>
            <p:nvPr/>
          </p:nvSpPr>
          <p:spPr>
            <a:xfrm>
              <a:off x="5519968" y="3208035"/>
              <a:ext cx="1811086" cy="55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79CF3EFE-E761-8D1F-D325-0E1126A4FB7F}"/>
                </a:ext>
              </a:extLst>
            </p:cNvPr>
            <p:cNvSpPr/>
            <p:nvPr/>
          </p:nvSpPr>
          <p:spPr>
            <a:xfrm>
              <a:off x="4554227" y="3898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5" name="橢圓 84">
              <a:extLst>
                <a:ext uri="{FF2B5EF4-FFF2-40B4-BE49-F238E27FC236}">
                  <a16:creationId xmlns:a16="http://schemas.microsoft.com/office/drawing/2014/main" id="{C1963190-E468-EFA0-834B-C51FA1BD9B98}"/>
                </a:ext>
              </a:extLst>
            </p:cNvPr>
            <p:cNvSpPr/>
            <p:nvPr/>
          </p:nvSpPr>
          <p:spPr>
            <a:xfrm>
              <a:off x="5276472" y="3892084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F42E2218-2563-C739-1878-44BA85088E2E}"/>
                </a:ext>
              </a:extLst>
            </p:cNvPr>
            <p:cNvCxnSpPr>
              <a:cxnSpLocks/>
              <a:stCxn id="9" idx="4"/>
              <a:endCxn id="84" idx="0"/>
            </p:cNvCxnSpPr>
            <p:nvPr/>
          </p:nvCxnSpPr>
          <p:spPr>
            <a:xfrm flipH="1">
              <a:off x="4824227" y="3676709"/>
              <a:ext cx="324678" cy="22199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6A4E3AE7-7D5F-02B6-3DFA-C6F922DCDD07}"/>
                </a:ext>
              </a:extLst>
            </p:cNvPr>
            <p:cNvCxnSpPr>
              <a:cxnSpLocks/>
              <a:stCxn id="9" idx="4"/>
              <a:endCxn id="85" idx="0"/>
            </p:cNvCxnSpPr>
            <p:nvPr/>
          </p:nvCxnSpPr>
          <p:spPr>
            <a:xfrm>
              <a:off x="5148905" y="3676709"/>
              <a:ext cx="397567" cy="2153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AE47328A-EC12-2F19-9412-A19AA07F7196}"/>
              </a:ext>
            </a:extLst>
          </p:cNvPr>
          <p:cNvGrpSpPr/>
          <p:nvPr/>
        </p:nvGrpSpPr>
        <p:grpSpPr>
          <a:xfrm>
            <a:off x="8438542" y="846521"/>
            <a:ext cx="2665141" cy="2694744"/>
            <a:chOff x="4903685" y="1188820"/>
            <a:chExt cx="3237458" cy="3249888"/>
          </a:xfrm>
        </p:grpSpPr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50676D4C-8267-3A55-5C15-8E164DCAF84B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13FF9027-9ED6-18E7-424F-EE78F7432197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02D6B98C-8979-A11A-C82A-87735FE18AF9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32634E6C-725E-ABBE-96D2-F930FA95B1FC}"/>
                </a:ext>
              </a:extLst>
            </p:cNvPr>
            <p:cNvSpPr/>
            <p:nvPr/>
          </p:nvSpPr>
          <p:spPr>
            <a:xfrm>
              <a:off x="5699905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79B12D1B-D790-0443-B210-F3140923FC52}"/>
                </a:ext>
              </a:extLst>
            </p:cNvPr>
            <p:cNvCxnSpPr>
              <a:cxnSpLocks/>
              <a:stCxn id="121" idx="4"/>
              <a:endCxn id="120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E2C8A1E4-DA85-1746-0C2A-CA2EA708F68E}"/>
                </a:ext>
              </a:extLst>
            </p:cNvPr>
            <p:cNvCxnSpPr>
              <a:cxnSpLocks/>
              <a:stCxn id="121" idx="4"/>
              <a:endCxn id="122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D12606B3-F969-57D5-FA97-0B595222C9FC}"/>
                </a:ext>
              </a:extLst>
            </p:cNvPr>
            <p:cNvCxnSpPr>
              <a:cxnSpLocks/>
              <a:stCxn id="122" idx="4"/>
              <a:endCxn id="123" idx="0"/>
            </p:cNvCxnSpPr>
            <p:nvPr/>
          </p:nvCxnSpPr>
          <p:spPr>
            <a:xfrm flipH="1">
              <a:off x="5969905" y="2848449"/>
              <a:ext cx="252428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0E14C0EF-025D-E966-AB9A-CE5DD3DBD4FC}"/>
                </a:ext>
              </a:extLst>
            </p:cNvPr>
            <p:cNvSpPr txBox="1"/>
            <p:nvPr/>
          </p:nvSpPr>
          <p:spPr>
            <a:xfrm>
              <a:off x="4903685" y="1188820"/>
              <a:ext cx="3164802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94378A7C-82F4-C6F2-A371-B8F0D2D8797E}"/>
                </a:ext>
              </a:extLst>
            </p:cNvPr>
            <p:cNvSpPr txBox="1"/>
            <p:nvPr/>
          </p:nvSpPr>
          <p:spPr>
            <a:xfrm>
              <a:off x="6330059" y="3204992"/>
              <a:ext cx="1811084" cy="55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FD598C5A-9ECF-EF64-2E96-F89697F8DD2C}"/>
                </a:ext>
              </a:extLst>
            </p:cNvPr>
            <p:cNvSpPr/>
            <p:nvPr/>
          </p:nvSpPr>
          <p:spPr>
            <a:xfrm>
              <a:off x="5375226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81896A31-5439-9562-947D-6F93EF027220}"/>
                </a:ext>
              </a:extLst>
            </p:cNvPr>
            <p:cNvSpPr/>
            <p:nvPr/>
          </p:nvSpPr>
          <p:spPr>
            <a:xfrm>
              <a:off x="6097470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4631DECA-A665-675B-02F0-6C8285E70879}"/>
                </a:ext>
              </a:extLst>
            </p:cNvPr>
            <p:cNvCxnSpPr>
              <a:cxnSpLocks/>
              <a:stCxn id="123" idx="4"/>
              <a:endCxn id="129" idx="0"/>
            </p:cNvCxnSpPr>
            <p:nvPr/>
          </p:nvCxnSpPr>
          <p:spPr>
            <a:xfrm flipH="1">
              <a:off x="5645227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129315BB-9517-F096-332A-607ABFA795CB}"/>
                </a:ext>
              </a:extLst>
            </p:cNvPr>
            <p:cNvCxnSpPr>
              <a:cxnSpLocks/>
              <a:stCxn id="123" idx="4"/>
              <a:endCxn id="130" idx="0"/>
            </p:cNvCxnSpPr>
            <p:nvPr/>
          </p:nvCxnSpPr>
          <p:spPr>
            <a:xfrm>
              <a:off x="5969905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FF751069-EB4C-A386-7C0D-3648815E8471}"/>
              </a:ext>
            </a:extLst>
          </p:cNvPr>
          <p:cNvGrpSpPr/>
          <p:nvPr/>
        </p:nvGrpSpPr>
        <p:grpSpPr>
          <a:xfrm>
            <a:off x="4837609" y="3702725"/>
            <a:ext cx="2747469" cy="2694744"/>
            <a:chOff x="4903685" y="1188820"/>
            <a:chExt cx="3337466" cy="3249888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2797304C-6DA3-D293-35CA-D82B3B667326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5" name="橢圓 134">
              <a:extLst>
                <a:ext uri="{FF2B5EF4-FFF2-40B4-BE49-F238E27FC236}">
                  <a16:creationId xmlns:a16="http://schemas.microsoft.com/office/drawing/2014/main" id="{D1B9E1A7-C8D0-43F1-0192-FCCD2269E7DA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4EDA8D5A-3F9D-ABD7-C5A8-F0856C811885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913F65EF-FFA3-00BB-AC9C-186130E559EC}"/>
                </a:ext>
              </a:extLst>
            </p:cNvPr>
            <p:cNvSpPr/>
            <p:nvPr/>
          </p:nvSpPr>
          <p:spPr>
            <a:xfrm>
              <a:off x="5732100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D4FD9002-86AC-8407-FCBD-3E57C5EF5DEB}"/>
                </a:ext>
              </a:extLst>
            </p:cNvPr>
            <p:cNvCxnSpPr>
              <a:cxnSpLocks/>
              <a:stCxn id="135" idx="4"/>
              <a:endCxn id="134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>
              <a:extLst>
                <a:ext uri="{FF2B5EF4-FFF2-40B4-BE49-F238E27FC236}">
                  <a16:creationId xmlns:a16="http://schemas.microsoft.com/office/drawing/2014/main" id="{FCDFD9AD-3851-10B0-A640-BF776A99960D}"/>
                </a:ext>
              </a:extLst>
            </p:cNvPr>
            <p:cNvCxnSpPr>
              <a:cxnSpLocks/>
              <a:stCxn id="135" idx="4"/>
              <a:endCxn id="136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F73B79D6-45F9-583B-C6E4-5AD6551A10E5}"/>
                </a:ext>
              </a:extLst>
            </p:cNvPr>
            <p:cNvCxnSpPr>
              <a:cxnSpLocks/>
              <a:stCxn id="134" idx="4"/>
              <a:endCxn id="137" idx="0"/>
            </p:cNvCxnSpPr>
            <p:nvPr/>
          </p:nvCxnSpPr>
          <p:spPr>
            <a:xfrm>
              <a:off x="5519969" y="2914708"/>
              <a:ext cx="482132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59777533-D504-31D8-989A-BA3170EB8AAD}"/>
                </a:ext>
              </a:extLst>
            </p:cNvPr>
            <p:cNvSpPr txBox="1"/>
            <p:nvPr/>
          </p:nvSpPr>
          <p:spPr>
            <a:xfrm>
              <a:off x="4903685" y="1188820"/>
              <a:ext cx="3295503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A17EEF2F-7B43-5877-16D7-61DB65533577}"/>
                </a:ext>
              </a:extLst>
            </p:cNvPr>
            <p:cNvSpPr txBox="1"/>
            <p:nvPr/>
          </p:nvSpPr>
          <p:spPr>
            <a:xfrm>
              <a:off x="6299368" y="3239677"/>
              <a:ext cx="1941783" cy="55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3" name="橢圓 142">
              <a:extLst>
                <a:ext uri="{FF2B5EF4-FFF2-40B4-BE49-F238E27FC236}">
                  <a16:creationId xmlns:a16="http://schemas.microsoft.com/office/drawing/2014/main" id="{E88BD1FA-955C-0B88-D566-1F5FC58DBD9E}"/>
                </a:ext>
              </a:extLst>
            </p:cNvPr>
            <p:cNvSpPr/>
            <p:nvPr/>
          </p:nvSpPr>
          <p:spPr>
            <a:xfrm>
              <a:off x="5407423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4" name="橢圓 143">
              <a:extLst>
                <a:ext uri="{FF2B5EF4-FFF2-40B4-BE49-F238E27FC236}">
                  <a16:creationId xmlns:a16="http://schemas.microsoft.com/office/drawing/2014/main" id="{44C60F10-B30A-1998-A144-E2A743B50D76}"/>
                </a:ext>
              </a:extLst>
            </p:cNvPr>
            <p:cNvSpPr/>
            <p:nvPr/>
          </p:nvSpPr>
          <p:spPr>
            <a:xfrm>
              <a:off x="6129663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5" name="直線接點 144">
              <a:extLst>
                <a:ext uri="{FF2B5EF4-FFF2-40B4-BE49-F238E27FC236}">
                  <a16:creationId xmlns:a16="http://schemas.microsoft.com/office/drawing/2014/main" id="{222B844E-F433-5554-2307-E6A2EB4E8AEA}"/>
                </a:ext>
              </a:extLst>
            </p:cNvPr>
            <p:cNvCxnSpPr>
              <a:cxnSpLocks/>
              <a:stCxn id="137" idx="4"/>
              <a:endCxn id="143" idx="0"/>
            </p:cNvCxnSpPr>
            <p:nvPr/>
          </p:nvCxnSpPr>
          <p:spPr>
            <a:xfrm flipH="1">
              <a:off x="5677423" y="3676710"/>
              <a:ext cx="324677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18280E30-4271-9AF7-EE30-F67468EBFCC1}"/>
                </a:ext>
              </a:extLst>
            </p:cNvPr>
            <p:cNvCxnSpPr>
              <a:cxnSpLocks/>
              <a:stCxn id="137" idx="4"/>
              <a:endCxn id="144" idx="0"/>
            </p:cNvCxnSpPr>
            <p:nvPr/>
          </p:nvCxnSpPr>
          <p:spPr>
            <a:xfrm>
              <a:off x="6002101" y="3676710"/>
              <a:ext cx="397563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群組 146">
            <a:extLst>
              <a:ext uri="{FF2B5EF4-FFF2-40B4-BE49-F238E27FC236}">
                <a16:creationId xmlns:a16="http://schemas.microsoft.com/office/drawing/2014/main" id="{8235740A-4071-45E3-0BBF-ADB2F933B637}"/>
              </a:ext>
            </a:extLst>
          </p:cNvPr>
          <p:cNvGrpSpPr/>
          <p:nvPr/>
        </p:nvGrpSpPr>
        <p:grpSpPr>
          <a:xfrm>
            <a:off x="8195706" y="3731485"/>
            <a:ext cx="3286870" cy="2694744"/>
            <a:chOff x="4903685" y="1188820"/>
            <a:chExt cx="3992698" cy="3249888"/>
          </a:xfrm>
        </p:grpSpPr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2A56651D-4D2F-0EF8-0916-88F0C94782FD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9" name="橢圓 148">
              <a:extLst>
                <a:ext uri="{FF2B5EF4-FFF2-40B4-BE49-F238E27FC236}">
                  <a16:creationId xmlns:a16="http://schemas.microsoft.com/office/drawing/2014/main" id="{CF1F0716-F0F8-3DA9-80F8-F17719694DEF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0" name="橢圓 149">
              <a:extLst>
                <a:ext uri="{FF2B5EF4-FFF2-40B4-BE49-F238E27FC236}">
                  <a16:creationId xmlns:a16="http://schemas.microsoft.com/office/drawing/2014/main" id="{45F66CB0-4884-7B48-CCD9-2755961D9BC5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1" name="橢圓 150">
              <a:extLst>
                <a:ext uri="{FF2B5EF4-FFF2-40B4-BE49-F238E27FC236}">
                  <a16:creationId xmlns:a16="http://schemas.microsoft.com/office/drawing/2014/main" id="{560A8AB8-1790-9AE1-514E-688C68A25984}"/>
                </a:ext>
              </a:extLst>
            </p:cNvPr>
            <p:cNvSpPr/>
            <p:nvPr/>
          </p:nvSpPr>
          <p:spPr>
            <a:xfrm>
              <a:off x="6359922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DC148DF6-31EC-79BD-A589-4DE986606217}"/>
                </a:ext>
              </a:extLst>
            </p:cNvPr>
            <p:cNvCxnSpPr>
              <a:cxnSpLocks/>
              <a:stCxn id="149" idx="4"/>
              <a:endCxn id="148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>
              <a:extLst>
                <a:ext uri="{FF2B5EF4-FFF2-40B4-BE49-F238E27FC236}">
                  <a16:creationId xmlns:a16="http://schemas.microsoft.com/office/drawing/2014/main" id="{D1909F44-B143-B181-793A-3E9AD79BB424}"/>
                </a:ext>
              </a:extLst>
            </p:cNvPr>
            <p:cNvCxnSpPr>
              <a:cxnSpLocks/>
              <a:stCxn id="149" idx="4"/>
              <a:endCxn id="150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70D7FE3F-03C8-A51F-E414-E7A658D3973C}"/>
                </a:ext>
              </a:extLst>
            </p:cNvPr>
            <p:cNvCxnSpPr>
              <a:cxnSpLocks/>
              <a:stCxn id="150" idx="4"/>
              <a:endCxn id="151" idx="0"/>
            </p:cNvCxnSpPr>
            <p:nvPr/>
          </p:nvCxnSpPr>
          <p:spPr>
            <a:xfrm>
              <a:off x="6222333" y="2848449"/>
              <a:ext cx="407590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C5555BE8-1DBA-7812-2AC5-F8BE1AF87375}"/>
                </a:ext>
              </a:extLst>
            </p:cNvPr>
            <p:cNvSpPr txBox="1"/>
            <p:nvPr/>
          </p:nvSpPr>
          <p:spPr>
            <a:xfrm>
              <a:off x="4903685" y="1188820"/>
              <a:ext cx="3295500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94B7495D-C0A0-ABE5-6DFF-8B67B2D45349}"/>
                </a:ext>
              </a:extLst>
            </p:cNvPr>
            <p:cNvSpPr txBox="1"/>
            <p:nvPr/>
          </p:nvSpPr>
          <p:spPr>
            <a:xfrm>
              <a:off x="6954600" y="3222511"/>
              <a:ext cx="1941783" cy="55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</a:p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 is not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7" name="橢圓 156">
              <a:extLst>
                <a:ext uri="{FF2B5EF4-FFF2-40B4-BE49-F238E27FC236}">
                  <a16:creationId xmlns:a16="http://schemas.microsoft.com/office/drawing/2014/main" id="{DDEB21EC-6A5D-D931-7661-F3025B89E8BE}"/>
                </a:ext>
              </a:extLst>
            </p:cNvPr>
            <p:cNvSpPr/>
            <p:nvPr/>
          </p:nvSpPr>
          <p:spPr>
            <a:xfrm>
              <a:off x="6035244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8" name="橢圓 157">
              <a:extLst>
                <a:ext uri="{FF2B5EF4-FFF2-40B4-BE49-F238E27FC236}">
                  <a16:creationId xmlns:a16="http://schemas.microsoft.com/office/drawing/2014/main" id="{1E285C16-B62C-DEED-7A36-730DCE476030}"/>
                </a:ext>
              </a:extLst>
            </p:cNvPr>
            <p:cNvSpPr/>
            <p:nvPr/>
          </p:nvSpPr>
          <p:spPr>
            <a:xfrm>
              <a:off x="6757488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FFE4E2CD-54A2-2DD1-3796-53FAED621D31}"/>
                </a:ext>
              </a:extLst>
            </p:cNvPr>
            <p:cNvCxnSpPr>
              <a:cxnSpLocks/>
              <a:stCxn id="151" idx="4"/>
              <a:endCxn id="157" idx="0"/>
            </p:cNvCxnSpPr>
            <p:nvPr/>
          </p:nvCxnSpPr>
          <p:spPr>
            <a:xfrm flipH="1">
              <a:off x="6305244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2A9E9BC3-FCD3-C199-266E-02DCEEA0A3BB}"/>
                </a:ext>
              </a:extLst>
            </p:cNvPr>
            <p:cNvCxnSpPr>
              <a:cxnSpLocks/>
              <a:stCxn id="151" idx="4"/>
              <a:endCxn id="158" idx="0"/>
            </p:cNvCxnSpPr>
            <p:nvPr/>
          </p:nvCxnSpPr>
          <p:spPr>
            <a:xfrm>
              <a:off x="6629923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18100AE6-6F9F-927E-F0A5-6FE3E2DC8187}"/>
              </a:ext>
            </a:extLst>
          </p:cNvPr>
          <p:cNvSpPr txBox="1"/>
          <p:nvPr/>
        </p:nvSpPr>
        <p:spPr>
          <a:xfrm>
            <a:off x="2907417" y="178429"/>
            <a:ext cx="5133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(TRUE)</a:t>
            </a:r>
          </a:p>
        </p:txBody>
      </p: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A9C9600C-3FA0-3B07-1D04-4E9576F4ABE4}"/>
              </a:ext>
            </a:extLst>
          </p:cNvPr>
          <p:cNvCxnSpPr/>
          <p:nvPr/>
        </p:nvCxnSpPr>
        <p:spPr>
          <a:xfrm>
            <a:off x="4094922" y="722306"/>
            <a:ext cx="0" cy="56984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D6D22E52-CEE4-2462-068A-0364AAA44321}"/>
              </a:ext>
            </a:extLst>
          </p:cNvPr>
          <p:cNvSpPr txBox="1"/>
          <p:nvPr/>
        </p:nvSpPr>
        <p:spPr>
          <a:xfrm>
            <a:off x="357751" y="489698"/>
            <a:ext cx="2829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(to-be-deleted) node is root or a leaf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D5ADCD-1A39-0801-C25E-FB6E70F4A67C}"/>
              </a:ext>
            </a:extLst>
          </p:cNvPr>
          <p:cNvSpPr txBox="1"/>
          <p:nvPr/>
        </p:nvSpPr>
        <p:spPr>
          <a:xfrm>
            <a:off x="7934654" y="511611"/>
            <a:ext cx="2705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(to-be-deleted) node has one child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924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689</Words>
  <Application>Microsoft Macintosh PowerPoint</Application>
  <PresentationFormat>寬螢幕</PresentationFormat>
  <Paragraphs>204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Microsoft JhengHei UI</vt:lpstr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Backup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22</cp:revision>
  <dcterms:created xsi:type="dcterms:W3CDTF">2026-01-03T12:20:26Z</dcterms:created>
  <dcterms:modified xsi:type="dcterms:W3CDTF">2026-05-14T14:49:33Z</dcterms:modified>
</cp:coreProperties>
</file>