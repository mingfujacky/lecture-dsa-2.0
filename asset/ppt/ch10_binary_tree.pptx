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0" r:id="rId3"/>
    <p:sldId id="257" r:id="rId4"/>
    <p:sldId id="261" r:id="rId5"/>
    <p:sldId id="262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44"/>
    <p:restoredTop sz="94627"/>
  </p:normalViewPr>
  <p:slideViewPr>
    <p:cSldViewPr snapToGrid="0">
      <p:cViewPr varScale="1">
        <p:scale>
          <a:sx n="80" d="100"/>
          <a:sy n="80" d="100"/>
        </p:scale>
        <p:origin x="20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2026/4/28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843311B-F758-437D-7E41-2DB1ADE15C31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BinaryTreeNode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98852B0A-32FF-3D64-2D36-1DC77C61D76C}"/>
              </a:ext>
            </a:extLst>
          </p:cNvPr>
          <p:cNvSpPr/>
          <p:nvPr/>
        </p:nvSpPr>
        <p:spPr>
          <a:xfrm>
            <a:off x="5433880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08F4C-B6D2-F367-EB68-3A04DFC13614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081C212-4B76-3F20-3B7A-7615CC9575DE}"/>
              </a:ext>
            </a:extLst>
          </p:cNvPr>
          <p:cNvGrpSpPr/>
          <p:nvPr/>
        </p:nvGrpSpPr>
        <p:grpSpPr>
          <a:xfrm>
            <a:off x="613041" y="947119"/>
            <a:ext cx="1723847" cy="649220"/>
            <a:chOff x="8006211" y="2168685"/>
            <a:chExt cx="1723847" cy="649220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5F866B30-F7CD-06C2-C06D-CE8DF48C12D5}"/>
                </a:ext>
              </a:extLst>
            </p:cNvPr>
            <p:cNvSpPr/>
            <p:nvPr/>
          </p:nvSpPr>
          <p:spPr>
            <a:xfrm>
              <a:off x="8006211" y="2628588"/>
              <a:ext cx="1723847" cy="18931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93E15F7-2AEC-001A-0AEB-7B04D1566461}"/>
                </a:ext>
              </a:extLst>
            </p:cNvPr>
            <p:cNvSpPr txBox="1"/>
            <p:nvPr/>
          </p:nvSpPr>
          <p:spPr>
            <a:xfrm>
              <a:off x="8006211" y="2168685"/>
              <a:ext cx="157593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set_left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set_right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35843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1E8ED-0F06-D8FB-63B6-D001D212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170C179-2D3F-83C7-14ED-65ACCE32D183}"/>
              </a:ext>
            </a:extLst>
          </p:cNvPr>
          <p:cNvSpPr/>
          <p:nvPr/>
        </p:nvSpPr>
        <p:spPr>
          <a:xfrm>
            <a:off x="4085006" y="794994"/>
            <a:ext cx="3062124" cy="18675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BinaryTree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root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C89ADA7E-CF15-F4B7-DA82-CB21A5038FE2}"/>
              </a:ext>
            </a:extLst>
          </p:cNvPr>
          <p:cNvSpPr/>
          <p:nvPr/>
        </p:nvSpPr>
        <p:spPr>
          <a:xfrm>
            <a:off x="7199229" y="2314750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008198-75CB-F8BE-5408-8E1447F7099E}"/>
              </a:ext>
            </a:extLst>
          </p:cNvPr>
          <p:cNvSpPr/>
          <p:nvPr/>
        </p:nvSpPr>
        <p:spPr>
          <a:xfrm>
            <a:off x="4090885" y="2718906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05860A7-C728-6CA1-C28D-0487DA63842C}"/>
              </a:ext>
            </a:extLst>
          </p:cNvPr>
          <p:cNvSpPr txBox="1"/>
          <p:nvPr/>
        </p:nvSpPr>
        <p:spPr>
          <a:xfrm>
            <a:off x="7174024" y="600124"/>
            <a:ext cx="289782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traverse_preorder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traverse_postorder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traverse_inorder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traverse_level_order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is_empty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search(value)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get_height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.root()</a:t>
            </a: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29C73F89-DD87-34BD-04ED-8B782F750F27}"/>
              </a:ext>
            </a:extLst>
          </p:cNvPr>
          <p:cNvSpPr/>
          <p:nvPr/>
        </p:nvSpPr>
        <p:spPr>
          <a:xfrm>
            <a:off x="2258112" y="2314750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E5B6A933-982E-4EFB-3EC6-9D3363C1B89B}"/>
              </a:ext>
            </a:extLst>
          </p:cNvPr>
          <p:cNvSpPr txBox="1"/>
          <p:nvPr/>
        </p:nvSpPr>
        <p:spPr>
          <a:xfrm>
            <a:off x="2232907" y="2046509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set_root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028848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6754EEF-0EFB-D9DD-9574-BD7595BC4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964" y="1008529"/>
            <a:ext cx="8520953" cy="3195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726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5F87E-C38A-CA57-4D2F-2FED6B21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55FA61B-3BDC-E798-587E-7837D3516128}"/>
              </a:ext>
            </a:extLst>
          </p:cNvPr>
          <p:cNvSpPr/>
          <p:nvPr/>
        </p:nvSpPr>
        <p:spPr>
          <a:xfrm>
            <a:off x="3828804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BSTNode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80E14110-71DA-531C-D24B-7114AE170EA7}"/>
              </a:ext>
            </a:extLst>
          </p:cNvPr>
          <p:cNvSpPr/>
          <p:nvPr/>
        </p:nvSpPr>
        <p:spPr>
          <a:xfrm>
            <a:off x="6925796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8CEBE9D-7FFC-13C0-EDA8-BB1517F25E2E}"/>
              </a:ext>
            </a:extLst>
          </p:cNvPr>
          <p:cNvSpPr/>
          <p:nvPr/>
        </p:nvSpPr>
        <p:spPr>
          <a:xfrm>
            <a:off x="3828804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6376FA8-F2D8-737E-9EAC-2A66AFB9C865}"/>
              </a:ext>
            </a:extLst>
          </p:cNvPr>
          <p:cNvGrpSpPr/>
          <p:nvPr/>
        </p:nvGrpSpPr>
        <p:grpSpPr>
          <a:xfrm>
            <a:off x="1636295" y="788545"/>
            <a:ext cx="2333350" cy="764007"/>
            <a:chOff x="7537549" y="1858703"/>
            <a:chExt cx="2333350" cy="764007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E5711DA6-4131-FCBF-1EFB-551B0EA5F183}"/>
                </a:ext>
              </a:extLst>
            </p:cNvPr>
            <p:cNvSpPr/>
            <p:nvPr/>
          </p:nvSpPr>
          <p:spPr>
            <a:xfrm>
              <a:off x="7537549" y="2381923"/>
              <a:ext cx="2192509" cy="24078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7503BC2A-5775-F33F-C716-77D59BE4A990}"/>
                </a:ext>
              </a:extLst>
            </p:cNvPr>
            <p:cNvSpPr txBox="1"/>
            <p:nvPr/>
          </p:nvSpPr>
          <p:spPr>
            <a:xfrm>
              <a:off x="7537549" y="1858703"/>
              <a:ext cx="23333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find_min_in_subtree</a:t>
              </a:r>
              <a:endPara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find_max_in_subtree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4057BAD5-CF92-BC1C-4E65-F3FE9CC2B4CC}"/>
              </a:ext>
            </a:extLst>
          </p:cNvPr>
          <p:cNvSpPr txBox="1"/>
          <p:nvPr/>
        </p:nvSpPr>
        <p:spPr>
          <a:xfrm>
            <a:off x="6857831" y="684473"/>
            <a:ext cx="15759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.data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.left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.right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363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FDE93-62D0-DD1D-9222-3A0C3FB88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BE55E0A-95B7-CD74-436E-59C54790AF0B}"/>
              </a:ext>
            </a:extLst>
          </p:cNvPr>
          <p:cNvSpPr/>
          <p:nvPr/>
        </p:nvSpPr>
        <p:spPr>
          <a:xfrm>
            <a:off x="3828804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BST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808834BF-0F0A-CAD4-9711-752C5ECF3FFB}"/>
              </a:ext>
            </a:extLst>
          </p:cNvPr>
          <p:cNvSpPr/>
          <p:nvPr/>
        </p:nvSpPr>
        <p:spPr>
          <a:xfrm>
            <a:off x="6925796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CEE3FF6-ECB8-167E-F205-92F6CD44B3C9}"/>
              </a:ext>
            </a:extLst>
          </p:cNvPr>
          <p:cNvSpPr/>
          <p:nvPr/>
        </p:nvSpPr>
        <p:spPr>
          <a:xfrm>
            <a:off x="3828804" y="2256022"/>
            <a:ext cx="3062124" cy="147411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_search()</a:t>
            </a: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1CD3CB05-4E93-1A77-37E1-924BCF171488}"/>
              </a:ext>
            </a:extLst>
          </p:cNvPr>
          <p:cNvSpPr/>
          <p:nvPr/>
        </p:nvSpPr>
        <p:spPr>
          <a:xfrm>
            <a:off x="2440746" y="1311765"/>
            <a:ext cx="1224000" cy="2845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55AE59B-31BE-1062-0660-EBB05DB241AD}"/>
              </a:ext>
            </a:extLst>
          </p:cNvPr>
          <p:cNvSpPr txBox="1"/>
          <p:nvPr/>
        </p:nvSpPr>
        <p:spPr>
          <a:xfrm>
            <a:off x="2687031" y="792195"/>
            <a:ext cx="11069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insert()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delete()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EA93A89-8883-3CEE-DE46-AD3AA202CBEF}"/>
              </a:ext>
            </a:extLst>
          </p:cNvPr>
          <p:cNvSpPr txBox="1"/>
          <p:nvPr/>
        </p:nvSpPr>
        <p:spPr>
          <a:xfrm>
            <a:off x="6857831" y="973229"/>
            <a:ext cx="15759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contains()</a:t>
            </a:r>
          </a:p>
        </p:txBody>
      </p:sp>
    </p:spTree>
    <p:extLst>
      <p:ext uri="{BB962C8B-B14F-4D97-AF65-F5344CB8AC3E}">
        <p14:creationId xmlns:p14="http://schemas.microsoft.com/office/powerpoint/2010/main" val="1837065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3453</TotalTime>
  <Words>135</Words>
  <Application>Microsoft Macintosh PowerPoint</Application>
  <PresentationFormat>寬螢幕</PresentationFormat>
  <Paragraphs>52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18</cp:revision>
  <dcterms:created xsi:type="dcterms:W3CDTF">2026-01-03T12:20:26Z</dcterms:created>
  <dcterms:modified xsi:type="dcterms:W3CDTF">2026-04-28T03:28:36Z</dcterms:modified>
</cp:coreProperties>
</file>