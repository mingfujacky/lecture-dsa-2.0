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0" r:id="rId3"/>
    <p:sldId id="257" r:id="rId4"/>
    <p:sldId id="261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2"/>
    <p:restoredTop sz="94581"/>
  </p:normalViewPr>
  <p:slideViewPr>
    <p:cSldViewPr snapToGrid="0">
      <p:cViewPr varScale="1">
        <p:scale>
          <a:sx n="95" d="100"/>
          <a:sy n="95" d="100"/>
        </p:scale>
        <p:origin x="13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2026/2/6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613041" y="947119"/>
            <a:ext cx="1723847" cy="649220"/>
            <a:chOff x="8006211" y="2168685"/>
            <a:chExt cx="1723847" cy="649220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8006211" y="2168685"/>
              <a:ext cx="15759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set_left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set_right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5843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E8ED-0F06-D8FB-63B6-D001D212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170C179-2D3F-83C7-14ED-65ACCE32D183}"/>
              </a:ext>
            </a:extLst>
          </p:cNvPr>
          <p:cNvSpPr/>
          <p:nvPr/>
        </p:nvSpPr>
        <p:spPr>
          <a:xfrm>
            <a:off x="4085006" y="794994"/>
            <a:ext cx="3062124" cy="18675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root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C89ADA7E-CF15-F4B7-DA82-CB21A5038FE2}"/>
              </a:ext>
            </a:extLst>
          </p:cNvPr>
          <p:cNvSpPr/>
          <p:nvPr/>
        </p:nvSpPr>
        <p:spPr>
          <a:xfrm>
            <a:off x="7199229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08198-75CB-F8BE-5408-8E1447F7099E}"/>
              </a:ext>
            </a:extLst>
          </p:cNvPr>
          <p:cNvSpPr/>
          <p:nvPr/>
        </p:nvSpPr>
        <p:spPr>
          <a:xfrm>
            <a:off x="4090885" y="2718906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5860A7-C728-6CA1-C28D-0487DA63842C}"/>
              </a:ext>
            </a:extLst>
          </p:cNvPr>
          <p:cNvSpPr txBox="1"/>
          <p:nvPr/>
        </p:nvSpPr>
        <p:spPr>
          <a:xfrm>
            <a:off x="7174024" y="600124"/>
            <a:ext cx="289782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traverse_preorder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traverse_postorder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traverse_inorder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traverse_level_order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is_empty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search(value)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get_height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.root()</a:t>
            </a: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29C73F89-DD87-34BD-04ED-8B782F750F27}"/>
              </a:ext>
            </a:extLst>
          </p:cNvPr>
          <p:cNvSpPr/>
          <p:nvPr/>
        </p:nvSpPr>
        <p:spPr>
          <a:xfrm>
            <a:off x="2258112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5B6A933-982E-4EFB-3EC6-9D3363C1B89B}"/>
              </a:ext>
            </a:extLst>
          </p:cNvPr>
          <p:cNvSpPr txBox="1"/>
          <p:nvPr/>
        </p:nvSpPr>
        <p:spPr>
          <a:xfrm>
            <a:off x="2232907" y="2046509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set_root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28848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6754EEF-0EFB-D9DD-9574-BD7595BC4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964" y="1008529"/>
            <a:ext cx="8520953" cy="3195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5F87E-C38A-CA57-4D2F-2FED6B21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55FA61B-3BDC-E798-587E-7837D3516128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BSTNode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0E14110-71DA-531C-D24B-7114AE170EA7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CEBE9D-7FFC-13C0-EDA8-BB1517F25E2E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6376FA8-F2D8-737E-9EAC-2A66AFB9C865}"/>
              </a:ext>
            </a:extLst>
          </p:cNvPr>
          <p:cNvGrpSpPr/>
          <p:nvPr/>
        </p:nvGrpSpPr>
        <p:grpSpPr>
          <a:xfrm>
            <a:off x="613041" y="947119"/>
            <a:ext cx="1723847" cy="649220"/>
            <a:chOff x="8006211" y="2168685"/>
            <a:chExt cx="1723847" cy="649220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E5711DA6-4131-FCBF-1EFB-551B0EA5F183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7503BC2A-5775-F33F-C716-77D59BE4A990}"/>
                </a:ext>
              </a:extLst>
            </p:cNvPr>
            <p:cNvSpPr txBox="1"/>
            <p:nvPr/>
          </p:nvSpPr>
          <p:spPr>
            <a:xfrm>
              <a:off x="8006211" y="2168685"/>
              <a:ext cx="15759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left.setter</a:t>
              </a:r>
              <a:endPara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right.setter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4057BAD5-CF92-BC1C-4E65-F3FE9CC2B4CC}"/>
              </a:ext>
            </a:extLst>
          </p:cNvPr>
          <p:cNvSpPr txBox="1"/>
          <p:nvPr/>
        </p:nvSpPr>
        <p:spPr>
          <a:xfrm>
            <a:off x="5365915" y="684473"/>
            <a:ext cx="15759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.left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.right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363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</TotalTime>
  <Words>104</Words>
  <Application>Microsoft Macintosh PowerPoint</Application>
  <PresentationFormat>寬螢幕</PresentationFormat>
  <Paragraphs>41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15</cp:revision>
  <dcterms:created xsi:type="dcterms:W3CDTF">2026-01-03T12:20:26Z</dcterms:created>
  <dcterms:modified xsi:type="dcterms:W3CDTF">2026-02-06T04:53:30Z</dcterms:modified>
</cp:coreProperties>
</file>