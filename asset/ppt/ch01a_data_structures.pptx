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/>
    <p:restoredTop sz="92896"/>
  </p:normalViewPr>
  <p:slideViewPr>
    <p:cSldViewPr snapToGrid="0">
      <p:cViewPr varScale="1">
        <p:scale>
          <a:sx n="82" d="100"/>
          <a:sy n="82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FF79B9-8A4E-2846-8389-DA2539AC0E91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FBA6F8E-9722-274D-8EB3-81DF6DADB165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Logical Data Structures</a:t>
          </a:r>
        </a:p>
      </dgm:t>
    </dgm:pt>
    <dgm:pt modelId="{83A5552F-15A5-454E-9A48-5CE64CA84788}" type="parTrans" cxnId="{77AAF989-F65E-4144-98EE-71D6AB1FC101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BA1CB0-422D-7A47-8C5B-7D81A0859563}" type="sibTrans" cxnId="{77AAF989-F65E-4144-98EE-71D6AB1FC101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E48158-7719-E149-A865-C6594D4EBE39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Abstract Data Types (ADT)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4E4977-0767-6B4F-B722-EA8CD6AFC73F}" type="parTrans" cxnId="{66668050-C745-0648-B9CF-21CD366AFC93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C468B7-B1D5-7B44-ACCA-FC082847756C}" type="sibTrans" cxnId="{66668050-C745-0648-B9CF-21CD366AFC93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FA0EE6-A0BE-4C40-BE6C-7F12FD4643ED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Linear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1C897C-7F20-8443-AAFD-FE1B78D08CAF}" type="parTrans" cxnId="{7DB96ECA-CCC1-2B44-9B10-4CF460E07B55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49E0D-91EF-1445-B078-86E7D0F9D84F}" type="sibTrans" cxnId="{7DB96ECA-CCC1-2B44-9B10-4CF460E07B55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7CE616-30E6-3F4F-89C1-44E5AC482DFC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Non-linear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C78B52-94E4-714E-9A14-F7E05080D0B9}" type="parTrans" cxnId="{01180936-F2C9-4740-B3DF-603DC6F605F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C90A7-5746-214F-8FDD-318370DC07C8}" type="sibTrans" cxnId="{01180936-F2C9-4740-B3DF-603DC6F605F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1554FF-45CB-9345-8F26-C1E976913741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Array</a:t>
          </a:r>
        </a:p>
      </dgm:t>
    </dgm:pt>
    <dgm:pt modelId="{3E64FE57-201D-754A-9586-2C5054B3D387}" type="parTrans" cxnId="{72A90507-2F69-DC49-B628-555927198D15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919A5-F619-6B41-B283-4D9E0F21B937}" type="sibTrans" cxnId="{72A90507-2F69-DC49-B628-555927198D15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F3B55C-440F-B948-95A9-84AA1313EEC5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Linked List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B5F2F7-5AA5-AE4F-957A-6F9163BF118A}" type="parTrans" cxnId="{1DAD3263-BE27-6F4C-A84E-7F4910B39133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B7CDD7-D887-BE46-9E77-5CFCC8BA077E}" type="sibTrans" cxnId="{1DAD3263-BE27-6F4C-A84E-7F4910B39133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DFA289-E4BA-4B47-B8CC-52EDCC81DF74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Stack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87C8D7-E5ED-6541-AAFF-625DC44A89C4}" type="parTrans" cxnId="{DFE20ED4-94B1-464F-B899-0AB4B42C258D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79B748-0140-1D45-9908-45D1FD13DC70}" type="sibTrans" cxnId="{DFE20ED4-94B1-464F-B899-0AB4B42C258D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94EAF2-89B3-2849-9EA2-C6D723F1AB07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Queue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16889C-E900-F742-9BBE-F8F8FDA59F43}" type="parTrans" cxnId="{67CA9136-D5CC-E84F-97DD-63130CAC1DD1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796A50-1EB4-B845-85B2-1AB15E16C49A}" type="sibTrans" cxnId="{67CA9136-D5CC-E84F-97DD-63130CAC1DD1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6C66E4-1C4D-A247-9F41-6501204C9699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Tree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EA6109-C1FE-AA45-AF46-BD174D62F4C6}" type="parTrans" cxnId="{7740FDF5-8FB2-DC45-91C8-8ADB0417CE5B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37DE04-8DC9-6947-9D0B-945C43128949}" type="sibTrans" cxnId="{7740FDF5-8FB2-DC45-91C8-8ADB0417CE5B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61F4D0-22FE-7340-97F3-C77C8C1E03B3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Graph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A7368B-077C-4845-83DF-021CAA01F150}" type="parTrans" cxnId="{9568633B-56EB-D246-8E0C-FB7BBFEA54DC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BC00E5-E4DA-2840-B114-6B3155F2EE68}" type="sibTrans" cxnId="{9568633B-56EB-D246-8E0C-FB7BBFEA54DC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5322EC-29D0-BE4B-9E81-485EC64B34AD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Python </a:t>
          </a:r>
        </a:p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Built-in</a:t>
          </a:r>
          <a:r>
            <a:rPr lang="zh-TW" altLang="en-US" sz="11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US" altLang="zh-TW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F6F72D-83F3-1542-AB0B-A0F79919C62A}" type="parTrans" cxnId="{DC52FA45-1309-ED45-8506-4E8B7115E34A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BC3EFF-EC14-124E-B87C-2C9303E4E0D9}" type="sibTrans" cxnId="{DC52FA45-1309-ED45-8506-4E8B7115E34A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7B4950-C266-6E45-9829-4E496D4C5CEA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Primitive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75CBB5-8761-9946-BD17-CD458C435D86}" type="parTrans" cxnId="{CB70906B-19AC-8E4D-A4D4-303597F95074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E90349-F5FA-5B4C-B383-C2E2DCF9A2F2}" type="sibTrans" cxnId="{CB70906B-19AC-8E4D-A4D4-303597F95074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2D26F4-C26A-8F49-B599-FC53A8FECE1E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int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EDA692-C994-5B49-8DEB-1056CBA2E144}" type="parTrans" cxnId="{71C1AC14-A37B-E544-8547-40572747146A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D6B94F-3D74-BA43-B551-06041B288AAB}" type="sibTrans" cxnId="{71C1AC14-A37B-E544-8547-40572747146A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D0D3E8-B795-3743-B29F-1695A75A0A32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float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0A70E4-5C7F-3541-B7C1-6804E23C2992}" type="parTrans" cxnId="{F2E81DE6-72C7-F144-9236-03D5ADA56DE6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A37DCA-CC58-7149-ADDB-812CB755F4F3}" type="sibTrans" cxnId="{F2E81DE6-72C7-F144-9236-03D5ADA56DE6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AF5A64-733E-4C46-894F-093DE65FD13B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str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4838F4-FB66-6C4B-AE01-392492209EFA}" type="parTrans" cxnId="{174564FE-D1C9-B74D-A0A9-BA84BA3F596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A6749E-7812-E748-B45A-A7AB70960EA6}" type="sibTrans" cxnId="{174564FE-D1C9-B74D-A0A9-BA84BA3F596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2C207A-296D-E54D-B9B5-55B369CB4082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bool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0D71316-3A16-F346-87E8-67F63CC167EC}" type="parTrans" cxnId="{7092824A-6420-CD45-B3C3-D192BC46C980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0FDA1C-258F-2046-B22A-DBEF02659831}" type="sibTrans" cxnId="{7092824A-6420-CD45-B3C3-D192BC46C980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CCC40C-91F2-DF4D-9924-16145272738B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Container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AB89B8-2CEB-8B4F-A4A5-9E144AC05308}" type="parTrans" cxnId="{C5A9A3EE-BD6B-0D46-A851-A92501CC2EBF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01F140-A864-1F4A-9E26-148EF208C883}" type="sibTrans" cxnId="{C5A9A3EE-BD6B-0D46-A851-A92501CC2EBF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078715-07FC-724F-85C1-3F6DC18DE89F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tuple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6BA47F-AB99-9144-BA7E-17DC7013E8A9}" type="parTrans" cxnId="{E3E327F9-19FE-9747-AC13-EE48C68481D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7F7694-3251-624E-B32B-782224CAD50E}" type="sibTrans" cxnId="{E3E327F9-19FE-9747-AC13-EE48C68481D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D01155-9BCB-DF4F-A71F-1AEB8A56169C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list</a:t>
          </a:r>
        </a:p>
      </dgm:t>
    </dgm:pt>
    <dgm:pt modelId="{AED895CA-490C-FC4D-B209-4F1E028C4EE0}" type="parTrans" cxnId="{54999C51-F32B-8C4F-A22D-678001FA9AD9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AB227F-82B2-654D-8387-FD3FA49103B4}" type="sibTrans" cxnId="{54999C51-F32B-8C4F-A22D-678001FA9AD9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A008EA-9777-3D49-ADD4-F7E6AE1E304F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set</a:t>
          </a:r>
        </a:p>
      </dgm:t>
    </dgm:pt>
    <dgm:pt modelId="{F77D3EE8-0A30-ED40-9A10-2F2F488BB043}" type="parTrans" cxnId="{55BD14BB-4765-1D40-ABD8-B5FDDAAEEEB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AAB114-FAA1-D541-A393-2BB286EB45EF}" type="sibTrans" cxnId="{55BD14BB-4765-1D40-ABD8-B5FDDAAEEEB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C7F1CB-8276-844A-B6CA-80C2F7EE5C80}">
      <dgm:prSet phldrT="[文字]" custT="1"/>
      <dgm:spPr/>
      <dgm:t>
        <a:bodyPr/>
        <a:lstStyle/>
        <a:p>
          <a:r>
            <a:rPr lang="en-US" altLang="zh-TW" sz="1100" dirty="0" err="1">
              <a:latin typeface="Arial" panose="020B0604020202020204" pitchFamily="34" charset="0"/>
              <a:cs typeface="Arial" panose="020B0604020202020204" pitchFamily="34" charset="0"/>
            </a:rPr>
            <a:t>dict</a:t>
          </a:r>
          <a:endParaRPr lang="en-US" altLang="zh-TW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5A74BC-EF31-894C-970E-896D3C6880FB}" type="parTrans" cxnId="{684AE84B-9571-3249-A4C8-21F930473999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D13D3A-6762-A941-9913-F8396742FE38}" type="sibTrans" cxnId="{684AE84B-9571-3249-A4C8-21F930473999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668FD0-25AD-664C-96E7-0FEB414645B2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Heap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F96373-A43B-8D41-9CDE-787F5846251F}" type="parTrans" cxnId="{8FC2B27C-D7A9-4442-ADAE-7A6269A71749}">
      <dgm:prSet/>
      <dgm:spPr/>
      <dgm:t>
        <a:bodyPr/>
        <a:lstStyle/>
        <a:p>
          <a:endParaRPr lang="zh-TW" altLang="en-US"/>
        </a:p>
      </dgm:t>
    </dgm:pt>
    <dgm:pt modelId="{994F5AD7-CC19-B745-ADEC-6DFDCE31146F}" type="sibTrans" cxnId="{8FC2B27C-D7A9-4442-ADAE-7A6269A71749}">
      <dgm:prSet/>
      <dgm:spPr/>
      <dgm:t>
        <a:bodyPr/>
        <a:lstStyle/>
        <a:p>
          <a:endParaRPr lang="zh-TW" altLang="en-US"/>
        </a:p>
      </dgm:t>
    </dgm:pt>
    <dgm:pt modelId="{E7FBA496-8132-DA45-8CAE-E6C9B804036E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Hash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2DC0D3-EE66-0E4A-8B8E-A030761411B4}" type="parTrans" cxnId="{4F73520C-B948-C340-8084-804AC8BC3368}">
      <dgm:prSet/>
      <dgm:spPr/>
      <dgm:t>
        <a:bodyPr/>
        <a:lstStyle/>
        <a:p>
          <a:endParaRPr lang="zh-TW" altLang="en-US"/>
        </a:p>
      </dgm:t>
    </dgm:pt>
    <dgm:pt modelId="{F1D9A460-D1F4-8F45-9A82-5CD329358D1D}" type="sibTrans" cxnId="{4F73520C-B948-C340-8084-804AC8BC3368}">
      <dgm:prSet/>
      <dgm:spPr/>
      <dgm:t>
        <a:bodyPr/>
        <a:lstStyle/>
        <a:p>
          <a:endParaRPr lang="zh-TW" altLang="en-US"/>
        </a:p>
      </dgm:t>
    </dgm:pt>
    <dgm:pt modelId="{0E281403-D2B0-9E4B-B270-D0C36855A987}" type="pres">
      <dgm:prSet presAssocID="{25FF79B9-8A4E-2846-8389-DA2539AC0E9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7995FCC-BA26-194C-A73F-813ACF86BC2A}" type="pres">
      <dgm:prSet presAssocID="{FFBA6F8E-9722-274D-8EB3-81DF6DADB165}" presName="hierRoot1" presStyleCnt="0">
        <dgm:presLayoutVars>
          <dgm:hierBranch val="init"/>
        </dgm:presLayoutVars>
      </dgm:prSet>
      <dgm:spPr/>
    </dgm:pt>
    <dgm:pt modelId="{2CCD008A-276D-FD45-8822-EDD61B1F1916}" type="pres">
      <dgm:prSet presAssocID="{FFBA6F8E-9722-274D-8EB3-81DF6DADB165}" presName="rootComposite1" presStyleCnt="0"/>
      <dgm:spPr/>
    </dgm:pt>
    <dgm:pt modelId="{1B4FA5AE-6D54-EC45-A6B8-44AAE9A6F5E5}" type="pres">
      <dgm:prSet presAssocID="{FFBA6F8E-9722-274D-8EB3-81DF6DADB165}" presName="rootText1" presStyleLbl="node0" presStyleIdx="0" presStyleCnt="1">
        <dgm:presLayoutVars>
          <dgm:chPref val="3"/>
        </dgm:presLayoutVars>
      </dgm:prSet>
      <dgm:spPr/>
    </dgm:pt>
    <dgm:pt modelId="{F34E717F-CEE8-1546-92E5-7C4BEC135981}" type="pres">
      <dgm:prSet presAssocID="{FFBA6F8E-9722-274D-8EB3-81DF6DADB165}" presName="rootConnector1" presStyleLbl="node1" presStyleIdx="0" presStyleCnt="0"/>
      <dgm:spPr/>
    </dgm:pt>
    <dgm:pt modelId="{2F94D01E-77E4-F34C-9DFF-501493338F48}" type="pres">
      <dgm:prSet presAssocID="{FFBA6F8E-9722-274D-8EB3-81DF6DADB165}" presName="hierChild2" presStyleCnt="0"/>
      <dgm:spPr/>
    </dgm:pt>
    <dgm:pt modelId="{F777DFC4-7111-154F-B309-9519F20588E6}" type="pres">
      <dgm:prSet presAssocID="{D7F6F72D-83F3-1542-AB0B-A0F79919C62A}" presName="Name37" presStyleLbl="parChTrans1D2" presStyleIdx="0" presStyleCnt="2"/>
      <dgm:spPr/>
    </dgm:pt>
    <dgm:pt modelId="{B3C9114C-650F-9C48-B53C-348270EB54D3}" type="pres">
      <dgm:prSet presAssocID="{615322EC-29D0-BE4B-9E81-485EC64B34AD}" presName="hierRoot2" presStyleCnt="0">
        <dgm:presLayoutVars>
          <dgm:hierBranch val="init"/>
        </dgm:presLayoutVars>
      </dgm:prSet>
      <dgm:spPr/>
    </dgm:pt>
    <dgm:pt modelId="{4D1DBBB9-4210-4440-A3AA-F69A0A374425}" type="pres">
      <dgm:prSet presAssocID="{615322EC-29D0-BE4B-9E81-485EC64B34AD}" presName="rootComposite" presStyleCnt="0"/>
      <dgm:spPr/>
    </dgm:pt>
    <dgm:pt modelId="{2886F659-6E89-BF4A-9E9B-09623E8A0CC6}" type="pres">
      <dgm:prSet presAssocID="{615322EC-29D0-BE4B-9E81-485EC64B34AD}" presName="rootText" presStyleLbl="node2" presStyleIdx="0" presStyleCnt="2">
        <dgm:presLayoutVars>
          <dgm:chPref val="3"/>
        </dgm:presLayoutVars>
      </dgm:prSet>
      <dgm:spPr/>
    </dgm:pt>
    <dgm:pt modelId="{349B1ED7-6B4C-2949-8D41-469C057AF3FD}" type="pres">
      <dgm:prSet presAssocID="{615322EC-29D0-BE4B-9E81-485EC64B34AD}" presName="rootConnector" presStyleLbl="node2" presStyleIdx="0" presStyleCnt="2"/>
      <dgm:spPr/>
    </dgm:pt>
    <dgm:pt modelId="{3DCB72DC-CB38-B047-A0D5-559AA90D7B21}" type="pres">
      <dgm:prSet presAssocID="{615322EC-29D0-BE4B-9E81-485EC64B34AD}" presName="hierChild4" presStyleCnt="0"/>
      <dgm:spPr/>
    </dgm:pt>
    <dgm:pt modelId="{EB4D5CBC-5CFD-E64E-94DC-D7DD6C39BABC}" type="pres">
      <dgm:prSet presAssocID="{B575CBB5-8761-9946-BD17-CD458C435D86}" presName="Name37" presStyleLbl="parChTrans1D3" presStyleIdx="0" presStyleCnt="4"/>
      <dgm:spPr/>
    </dgm:pt>
    <dgm:pt modelId="{AC061B37-1439-8D46-ADFB-32E0EF47EEB2}" type="pres">
      <dgm:prSet presAssocID="{737B4950-C266-6E45-9829-4E496D4C5CEA}" presName="hierRoot2" presStyleCnt="0">
        <dgm:presLayoutVars>
          <dgm:hierBranch val="init"/>
        </dgm:presLayoutVars>
      </dgm:prSet>
      <dgm:spPr/>
    </dgm:pt>
    <dgm:pt modelId="{DBD4CEE6-6172-474F-9A8C-F6441361EFB6}" type="pres">
      <dgm:prSet presAssocID="{737B4950-C266-6E45-9829-4E496D4C5CEA}" presName="rootComposite" presStyleCnt="0"/>
      <dgm:spPr/>
    </dgm:pt>
    <dgm:pt modelId="{B4FBC950-3436-5547-B874-96C0921DAD13}" type="pres">
      <dgm:prSet presAssocID="{737B4950-C266-6E45-9829-4E496D4C5CEA}" presName="rootText" presStyleLbl="node3" presStyleIdx="0" presStyleCnt="4">
        <dgm:presLayoutVars>
          <dgm:chPref val="3"/>
        </dgm:presLayoutVars>
      </dgm:prSet>
      <dgm:spPr/>
    </dgm:pt>
    <dgm:pt modelId="{2BB3EFCB-3D1A-274B-9C8A-B21D61F4B3C5}" type="pres">
      <dgm:prSet presAssocID="{737B4950-C266-6E45-9829-4E496D4C5CEA}" presName="rootConnector" presStyleLbl="node3" presStyleIdx="0" presStyleCnt="4"/>
      <dgm:spPr/>
    </dgm:pt>
    <dgm:pt modelId="{8D4E4590-FB53-FE4D-BC19-7598AA14CF51}" type="pres">
      <dgm:prSet presAssocID="{737B4950-C266-6E45-9829-4E496D4C5CEA}" presName="hierChild4" presStyleCnt="0"/>
      <dgm:spPr/>
    </dgm:pt>
    <dgm:pt modelId="{F4C5806A-A26E-9E4B-A002-DAC5BB735783}" type="pres">
      <dgm:prSet presAssocID="{18EDA692-C994-5B49-8DEB-1056CBA2E144}" presName="Name37" presStyleLbl="parChTrans1D4" presStyleIdx="0" presStyleCnt="16"/>
      <dgm:spPr/>
    </dgm:pt>
    <dgm:pt modelId="{106B23DB-EBB9-274B-ADA7-C66129162C8E}" type="pres">
      <dgm:prSet presAssocID="{E92D26F4-C26A-8F49-B599-FC53A8FECE1E}" presName="hierRoot2" presStyleCnt="0">
        <dgm:presLayoutVars>
          <dgm:hierBranch val="init"/>
        </dgm:presLayoutVars>
      </dgm:prSet>
      <dgm:spPr/>
    </dgm:pt>
    <dgm:pt modelId="{1AA5290E-569D-A142-86F9-1D872EF0FF8B}" type="pres">
      <dgm:prSet presAssocID="{E92D26F4-C26A-8F49-B599-FC53A8FECE1E}" presName="rootComposite" presStyleCnt="0"/>
      <dgm:spPr/>
    </dgm:pt>
    <dgm:pt modelId="{B5E92A72-1DE6-5742-B2A4-87A019840CF8}" type="pres">
      <dgm:prSet presAssocID="{E92D26F4-C26A-8F49-B599-FC53A8FECE1E}" presName="rootText" presStyleLbl="node4" presStyleIdx="0" presStyleCnt="16">
        <dgm:presLayoutVars>
          <dgm:chPref val="3"/>
        </dgm:presLayoutVars>
      </dgm:prSet>
      <dgm:spPr/>
    </dgm:pt>
    <dgm:pt modelId="{1987BFDD-CEEB-554A-BA4D-F5639020C497}" type="pres">
      <dgm:prSet presAssocID="{E92D26F4-C26A-8F49-B599-FC53A8FECE1E}" presName="rootConnector" presStyleLbl="node4" presStyleIdx="0" presStyleCnt="16"/>
      <dgm:spPr/>
    </dgm:pt>
    <dgm:pt modelId="{83605553-0A5C-0246-AEF7-9BE52F600244}" type="pres">
      <dgm:prSet presAssocID="{E92D26F4-C26A-8F49-B599-FC53A8FECE1E}" presName="hierChild4" presStyleCnt="0"/>
      <dgm:spPr/>
    </dgm:pt>
    <dgm:pt modelId="{1523C45D-DF0F-CF41-97DB-6EEA83AD0CD9}" type="pres">
      <dgm:prSet presAssocID="{E92D26F4-C26A-8F49-B599-FC53A8FECE1E}" presName="hierChild5" presStyleCnt="0"/>
      <dgm:spPr/>
    </dgm:pt>
    <dgm:pt modelId="{6D72278E-F3EE-B94E-B6BC-079C6921F85C}" type="pres">
      <dgm:prSet presAssocID="{D90A70E4-5C7F-3541-B7C1-6804E23C2992}" presName="Name37" presStyleLbl="parChTrans1D4" presStyleIdx="1" presStyleCnt="16"/>
      <dgm:spPr/>
    </dgm:pt>
    <dgm:pt modelId="{85983954-AAF3-7845-94DB-51E5FF7CDC3F}" type="pres">
      <dgm:prSet presAssocID="{B5D0D3E8-B795-3743-B29F-1695A75A0A32}" presName="hierRoot2" presStyleCnt="0">
        <dgm:presLayoutVars>
          <dgm:hierBranch val="init"/>
        </dgm:presLayoutVars>
      </dgm:prSet>
      <dgm:spPr/>
    </dgm:pt>
    <dgm:pt modelId="{9C430325-198A-5141-A468-E0A334B36639}" type="pres">
      <dgm:prSet presAssocID="{B5D0D3E8-B795-3743-B29F-1695A75A0A32}" presName="rootComposite" presStyleCnt="0"/>
      <dgm:spPr/>
    </dgm:pt>
    <dgm:pt modelId="{A8CC9982-14E7-2B48-8423-654D545ED390}" type="pres">
      <dgm:prSet presAssocID="{B5D0D3E8-B795-3743-B29F-1695A75A0A32}" presName="rootText" presStyleLbl="node4" presStyleIdx="1" presStyleCnt="16">
        <dgm:presLayoutVars>
          <dgm:chPref val="3"/>
        </dgm:presLayoutVars>
      </dgm:prSet>
      <dgm:spPr/>
    </dgm:pt>
    <dgm:pt modelId="{F77BD0F5-4C49-914E-BBF2-28FE4AEADA79}" type="pres">
      <dgm:prSet presAssocID="{B5D0D3E8-B795-3743-B29F-1695A75A0A32}" presName="rootConnector" presStyleLbl="node4" presStyleIdx="1" presStyleCnt="16"/>
      <dgm:spPr/>
    </dgm:pt>
    <dgm:pt modelId="{63C44F13-2BF2-2A4F-AEDF-DD1DC16C5A1C}" type="pres">
      <dgm:prSet presAssocID="{B5D0D3E8-B795-3743-B29F-1695A75A0A32}" presName="hierChild4" presStyleCnt="0"/>
      <dgm:spPr/>
    </dgm:pt>
    <dgm:pt modelId="{31BFB5FE-FC9B-4A4B-8659-FE45EB948132}" type="pres">
      <dgm:prSet presAssocID="{B5D0D3E8-B795-3743-B29F-1695A75A0A32}" presName="hierChild5" presStyleCnt="0"/>
      <dgm:spPr/>
    </dgm:pt>
    <dgm:pt modelId="{00DCA6B4-E75A-8446-9FFD-4F230A83C634}" type="pres">
      <dgm:prSet presAssocID="{1A4838F4-FB66-6C4B-AE01-392492209EFA}" presName="Name37" presStyleLbl="parChTrans1D4" presStyleIdx="2" presStyleCnt="16"/>
      <dgm:spPr/>
    </dgm:pt>
    <dgm:pt modelId="{0EC08246-92C5-5047-9B42-E8FD9DA1C285}" type="pres">
      <dgm:prSet presAssocID="{0CAF5A64-733E-4C46-894F-093DE65FD13B}" presName="hierRoot2" presStyleCnt="0">
        <dgm:presLayoutVars>
          <dgm:hierBranch val="init"/>
        </dgm:presLayoutVars>
      </dgm:prSet>
      <dgm:spPr/>
    </dgm:pt>
    <dgm:pt modelId="{32AA5D4C-06FD-7F42-8E3B-80DC76445FCB}" type="pres">
      <dgm:prSet presAssocID="{0CAF5A64-733E-4C46-894F-093DE65FD13B}" presName="rootComposite" presStyleCnt="0"/>
      <dgm:spPr/>
    </dgm:pt>
    <dgm:pt modelId="{1A227A17-E84D-EE41-B61B-FE21B838E613}" type="pres">
      <dgm:prSet presAssocID="{0CAF5A64-733E-4C46-894F-093DE65FD13B}" presName="rootText" presStyleLbl="node4" presStyleIdx="2" presStyleCnt="16">
        <dgm:presLayoutVars>
          <dgm:chPref val="3"/>
        </dgm:presLayoutVars>
      </dgm:prSet>
      <dgm:spPr/>
    </dgm:pt>
    <dgm:pt modelId="{4887B337-9379-1F4E-B00C-34D60FC9C17C}" type="pres">
      <dgm:prSet presAssocID="{0CAF5A64-733E-4C46-894F-093DE65FD13B}" presName="rootConnector" presStyleLbl="node4" presStyleIdx="2" presStyleCnt="16"/>
      <dgm:spPr/>
    </dgm:pt>
    <dgm:pt modelId="{B3F9EB7D-AB72-B54B-A39E-F5A3F61EEC9A}" type="pres">
      <dgm:prSet presAssocID="{0CAF5A64-733E-4C46-894F-093DE65FD13B}" presName="hierChild4" presStyleCnt="0"/>
      <dgm:spPr/>
    </dgm:pt>
    <dgm:pt modelId="{91534E3C-1D5E-164F-BD35-1BDD6ED394C3}" type="pres">
      <dgm:prSet presAssocID="{0CAF5A64-733E-4C46-894F-093DE65FD13B}" presName="hierChild5" presStyleCnt="0"/>
      <dgm:spPr/>
    </dgm:pt>
    <dgm:pt modelId="{FC95E3B0-8F33-3A49-80F7-A95073D97FAF}" type="pres">
      <dgm:prSet presAssocID="{E0D71316-3A16-F346-87E8-67F63CC167EC}" presName="Name37" presStyleLbl="parChTrans1D4" presStyleIdx="3" presStyleCnt="16"/>
      <dgm:spPr/>
    </dgm:pt>
    <dgm:pt modelId="{36FFFC56-5B8D-8A42-94B2-0C7A6DF897F2}" type="pres">
      <dgm:prSet presAssocID="{512C207A-296D-E54D-B9B5-55B369CB4082}" presName="hierRoot2" presStyleCnt="0">
        <dgm:presLayoutVars>
          <dgm:hierBranch val="init"/>
        </dgm:presLayoutVars>
      </dgm:prSet>
      <dgm:spPr/>
    </dgm:pt>
    <dgm:pt modelId="{E7F89C47-07A9-D149-B28D-A6313EC57D33}" type="pres">
      <dgm:prSet presAssocID="{512C207A-296D-E54D-B9B5-55B369CB4082}" presName="rootComposite" presStyleCnt="0"/>
      <dgm:spPr/>
    </dgm:pt>
    <dgm:pt modelId="{3C297F35-3674-084B-9329-7F8EF3177344}" type="pres">
      <dgm:prSet presAssocID="{512C207A-296D-E54D-B9B5-55B369CB4082}" presName="rootText" presStyleLbl="node4" presStyleIdx="3" presStyleCnt="16">
        <dgm:presLayoutVars>
          <dgm:chPref val="3"/>
        </dgm:presLayoutVars>
      </dgm:prSet>
      <dgm:spPr/>
    </dgm:pt>
    <dgm:pt modelId="{1E23E091-540F-6442-A400-EB28FDF87CDD}" type="pres">
      <dgm:prSet presAssocID="{512C207A-296D-E54D-B9B5-55B369CB4082}" presName="rootConnector" presStyleLbl="node4" presStyleIdx="3" presStyleCnt="16"/>
      <dgm:spPr/>
    </dgm:pt>
    <dgm:pt modelId="{59FDE5FD-172E-C14E-BC8A-B771808EDDD2}" type="pres">
      <dgm:prSet presAssocID="{512C207A-296D-E54D-B9B5-55B369CB4082}" presName="hierChild4" presStyleCnt="0"/>
      <dgm:spPr/>
    </dgm:pt>
    <dgm:pt modelId="{7D375CCB-62AB-B447-B9B0-700320E06F77}" type="pres">
      <dgm:prSet presAssocID="{512C207A-296D-E54D-B9B5-55B369CB4082}" presName="hierChild5" presStyleCnt="0"/>
      <dgm:spPr/>
    </dgm:pt>
    <dgm:pt modelId="{9577CC4D-03F4-0E43-870D-5BF14A68EA99}" type="pres">
      <dgm:prSet presAssocID="{737B4950-C266-6E45-9829-4E496D4C5CEA}" presName="hierChild5" presStyleCnt="0"/>
      <dgm:spPr/>
    </dgm:pt>
    <dgm:pt modelId="{C4E2BFB1-2EA0-1F4A-82B4-ABE891E932D4}" type="pres">
      <dgm:prSet presAssocID="{53AB89B8-2CEB-8B4F-A4A5-9E144AC05308}" presName="Name37" presStyleLbl="parChTrans1D3" presStyleIdx="1" presStyleCnt="4"/>
      <dgm:spPr/>
    </dgm:pt>
    <dgm:pt modelId="{35606105-E21E-3741-AEEA-48DAF5D491C8}" type="pres">
      <dgm:prSet presAssocID="{38CCC40C-91F2-DF4D-9924-16145272738B}" presName="hierRoot2" presStyleCnt="0">
        <dgm:presLayoutVars>
          <dgm:hierBranch val="init"/>
        </dgm:presLayoutVars>
      </dgm:prSet>
      <dgm:spPr/>
    </dgm:pt>
    <dgm:pt modelId="{366B7E7B-3413-6547-9491-0153B740E51C}" type="pres">
      <dgm:prSet presAssocID="{38CCC40C-91F2-DF4D-9924-16145272738B}" presName="rootComposite" presStyleCnt="0"/>
      <dgm:spPr/>
    </dgm:pt>
    <dgm:pt modelId="{4A003CC7-CC23-8745-8939-193C1E158901}" type="pres">
      <dgm:prSet presAssocID="{38CCC40C-91F2-DF4D-9924-16145272738B}" presName="rootText" presStyleLbl="node3" presStyleIdx="1" presStyleCnt="4">
        <dgm:presLayoutVars>
          <dgm:chPref val="3"/>
        </dgm:presLayoutVars>
      </dgm:prSet>
      <dgm:spPr/>
    </dgm:pt>
    <dgm:pt modelId="{32D3E684-A284-C24B-A176-9C7F3839C399}" type="pres">
      <dgm:prSet presAssocID="{38CCC40C-91F2-DF4D-9924-16145272738B}" presName="rootConnector" presStyleLbl="node3" presStyleIdx="1" presStyleCnt="4"/>
      <dgm:spPr/>
    </dgm:pt>
    <dgm:pt modelId="{D47C255B-2720-C242-9DC8-4DD9019561C3}" type="pres">
      <dgm:prSet presAssocID="{38CCC40C-91F2-DF4D-9924-16145272738B}" presName="hierChild4" presStyleCnt="0"/>
      <dgm:spPr/>
    </dgm:pt>
    <dgm:pt modelId="{F7C396C5-F04D-0049-A91D-C8ACF52F3BA5}" type="pres">
      <dgm:prSet presAssocID="{D86BA47F-AB99-9144-BA7E-17DC7013E8A9}" presName="Name37" presStyleLbl="parChTrans1D4" presStyleIdx="4" presStyleCnt="16"/>
      <dgm:spPr/>
    </dgm:pt>
    <dgm:pt modelId="{0966D764-14C3-7942-831D-017D5E6E1E99}" type="pres">
      <dgm:prSet presAssocID="{27078715-07FC-724F-85C1-3F6DC18DE89F}" presName="hierRoot2" presStyleCnt="0">
        <dgm:presLayoutVars>
          <dgm:hierBranch val="init"/>
        </dgm:presLayoutVars>
      </dgm:prSet>
      <dgm:spPr/>
    </dgm:pt>
    <dgm:pt modelId="{51A8E487-435F-6443-B918-179D344D09D3}" type="pres">
      <dgm:prSet presAssocID="{27078715-07FC-724F-85C1-3F6DC18DE89F}" presName="rootComposite" presStyleCnt="0"/>
      <dgm:spPr/>
    </dgm:pt>
    <dgm:pt modelId="{14A255AF-1673-7644-8DF7-86489B12401C}" type="pres">
      <dgm:prSet presAssocID="{27078715-07FC-724F-85C1-3F6DC18DE89F}" presName="rootText" presStyleLbl="node4" presStyleIdx="4" presStyleCnt="16">
        <dgm:presLayoutVars>
          <dgm:chPref val="3"/>
        </dgm:presLayoutVars>
      </dgm:prSet>
      <dgm:spPr/>
    </dgm:pt>
    <dgm:pt modelId="{3F71694B-32A0-3B40-ABBE-1CCC1EF13530}" type="pres">
      <dgm:prSet presAssocID="{27078715-07FC-724F-85C1-3F6DC18DE89F}" presName="rootConnector" presStyleLbl="node4" presStyleIdx="4" presStyleCnt="16"/>
      <dgm:spPr/>
    </dgm:pt>
    <dgm:pt modelId="{93979C63-D27B-0744-959D-A35E240D3C54}" type="pres">
      <dgm:prSet presAssocID="{27078715-07FC-724F-85C1-3F6DC18DE89F}" presName="hierChild4" presStyleCnt="0"/>
      <dgm:spPr/>
    </dgm:pt>
    <dgm:pt modelId="{4CCD96DD-B77A-5748-B0FE-16D1655516EC}" type="pres">
      <dgm:prSet presAssocID="{27078715-07FC-724F-85C1-3F6DC18DE89F}" presName="hierChild5" presStyleCnt="0"/>
      <dgm:spPr/>
    </dgm:pt>
    <dgm:pt modelId="{B8FE4AFB-EBD3-EA4C-B16B-2FC370616CD3}" type="pres">
      <dgm:prSet presAssocID="{AED895CA-490C-FC4D-B209-4F1E028C4EE0}" presName="Name37" presStyleLbl="parChTrans1D4" presStyleIdx="5" presStyleCnt="16"/>
      <dgm:spPr/>
    </dgm:pt>
    <dgm:pt modelId="{C436139A-6E74-A748-A3DB-4BD98DA1A226}" type="pres">
      <dgm:prSet presAssocID="{E9D01155-9BCB-DF4F-A71F-1AEB8A56169C}" presName="hierRoot2" presStyleCnt="0">
        <dgm:presLayoutVars>
          <dgm:hierBranch val="init"/>
        </dgm:presLayoutVars>
      </dgm:prSet>
      <dgm:spPr/>
    </dgm:pt>
    <dgm:pt modelId="{89C3A576-EB3F-BA43-81C1-576A3AF97340}" type="pres">
      <dgm:prSet presAssocID="{E9D01155-9BCB-DF4F-A71F-1AEB8A56169C}" presName="rootComposite" presStyleCnt="0"/>
      <dgm:spPr/>
    </dgm:pt>
    <dgm:pt modelId="{0D4EE3D3-840D-3E4D-A89D-08C23105C712}" type="pres">
      <dgm:prSet presAssocID="{E9D01155-9BCB-DF4F-A71F-1AEB8A56169C}" presName="rootText" presStyleLbl="node4" presStyleIdx="5" presStyleCnt="16">
        <dgm:presLayoutVars>
          <dgm:chPref val="3"/>
        </dgm:presLayoutVars>
      </dgm:prSet>
      <dgm:spPr/>
    </dgm:pt>
    <dgm:pt modelId="{1AC52274-9E80-A248-8CE5-C5A7C3F6B707}" type="pres">
      <dgm:prSet presAssocID="{E9D01155-9BCB-DF4F-A71F-1AEB8A56169C}" presName="rootConnector" presStyleLbl="node4" presStyleIdx="5" presStyleCnt="16"/>
      <dgm:spPr/>
    </dgm:pt>
    <dgm:pt modelId="{F94C6E39-2F68-7B42-983B-FD7090E04637}" type="pres">
      <dgm:prSet presAssocID="{E9D01155-9BCB-DF4F-A71F-1AEB8A56169C}" presName="hierChild4" presStyleCnt="0"/>
      <dgm:spPr/>
    </dgm:pt>
    <dgm:pt modelId="{44FA3D1D-D4BA-7A41-B1CA-8E8C9BA62D48}" type="pres">
      <dgm:prSet presAssocID="{E9D01155-9BCB-DF4F-A71F-1AEB8A56169C}" presName="hierChild5" presStyleCnt="0"/>
      <dgm:spPr/>
    </dgm:pt>
    <dgm:pt modelId="{C7ED0B91-EA5C-914F-BFF4-585C84358883}" type="pres">
      <dgm:prSet presAssocID="{F77D3EE8-0A30-ED40-9A10-2F2F488BB043}" presName="Name37" presStyleLbl="parChTrans1D4" presStyleIdx="6" presStyleCnt="16"/>
      <dgm:spPr/>
    </dgm:pt>
    <dgm:pt modelId="{D29BBF16-D271-A449-8CAF-FE5BFDB728B8}" type="pres">
      <dgm:prSet presAssocID="{84A008EA-9777-3D49-ADD4-F7E6AE1E304F}" presName="hierRoot2" presStyleCnt="0">
        <dgm:presLayoutVars>
          <dgm:hierBranch val="init"/>
        </dgm:presLayoutVars>
      </dgm:prSet>
      <dgm:spPr/>
    </dgm:pt>
    <dgm:pt modelId="{AD7544BE-3397-914B-9B35-46540AAFBD20}" type="pres">
      <dgm:prSet presAssocID="{84A008EA-9777-3D49-ADD4-F7E6AE1E304F}" presName="rootComposite" presStyleCnt="0"/>
      <dgm:spPr/>
    </dgm:pt>
    <dgm:pt modelId="{8D801C39-A2D2-FF49-B278-48B59A8FF682}" type="pres">
      <dgm:prSet presAssocID="{84A008EA-9777-3D49-ADD4-F7E6AE1E304F}" presName="rootText" presStyleLbl="node4" presStyleIdx="6" presStyleCnt="16">
        <dgm:presLayoutVars>
          <dgm:chPref val="3"/>
        </dgm:presLayoutVars>
      </dgm:prSet>
      <dgm:spPr/>
    </dgm:pt>
    <dgm:pt modelId="{D5943A0D-5343-F740-976D-6404C54DB166}" type="pres">
      <dgm:prSet presAssocID="{84A008EA-9777-3D49-ADD4-F7E6AE1E304F}" presName="rootConnector" presStyleLbl="node4" presStyleIdx="6" presStyleCnt="16"/>
      <dgm:spPr/>
    </dgm:pt>
    <dgm:pt modelId="{5710385F-F6DF-5349-9B80-487C3798AA2F}" type="pres">
      <dgm:prSet presAssocID="{84A008EA-9777-3D49-ADD4-F7E6AE1E304F}" presName="hierChild4" presStyleCnt="0"/>
      <dgm:spPr/>
    </dgm:pt>
    <dgm:pt modelId="{B7D3CA67-B21C-7245-8C08-E6133D8989D8}" type="pres">
      <dgm:prSet presAssocID="{84A008EA-9777-3D49-ADD4-F7E6AE1E304F}" presName="hierChild5" presStyleCnt="0"/>
      <dgm:spPr/>
    </dgm:pt>
    <dgm:pt modelId="{C0B3CD80-71DF-6845-A34E-8A097B583F74}" type="pres">
      <dgm:prSet presAssocID="{BD5A74BC-EF31-894C-970E-896D3C6880FB}" presName="Name37" presStyleLbl="parChTrans1D4" presStyleIdx="7" presStyleCnt="16"/>
      <dgm:spPr/>
    </dgm:pt>
    <dgm:pt modelId="{D29B6A7D-62DF-CC4B-9499-1721F7172651}" type="pres">
      <dgm:prSet presAssocID="{AFC7F1CB-8276-844A-B6CA-80C2F7EE5C80}" presName="hierRoot2" presStyleCnt="0">
        <dgm:presLayoutVars>
          <dgm:hierBranch val="init"/>
        </dgm:presLayoutVars>
      </dgm:prSet>
      <dgm:spPr/>
    </dgm:pt>
    <dgm:pt modelId="{6169170D-95C2-004C-86B9-2EF84634B54B}" type="pres">
      <dgm:prSet presAssocID="{AFC7F1CB-8276-844A-B6CA-80C2F7EE5C80}" presName="rootComposite" presStyleCnt="0"/>
      <dgm:spPr/>
    </dgm:pt>
    <dgm:pt modelId="{D963FF8A-3BB1-3A49-8E69-5FCC1776714B}" type="pres">
      <dgm:prSet presAssocID="{AFC7F1CB-8276-844A-B6CA-80C2F7EE5C80}" presName="rootText" presStyleLbl="node4" presStyleIdx="7" presStyleCnt="16">
        <dgm:presLayoutVars>
          <dgm:chPref val="3"/>
        </dgm:presLayoutVars>
      </dgm:prSet>
      <dgm:spPr/>
    </dgm:pt>
    <dgm:pt modelId="{61BCFD2F-E510-0A41-B0D0-BACD7378B2BD}" type="pres">
      <dgm:prSet presAssocID="{AFC7F1CB-8276-844A-B6CA-80C2F7EE5C80}" presName="rootConnector" presStyleLbl="node4" presStyleIdx="7" presStyleCnt="16"/>
      <dgm:spPr/>
    </dgm:pt>
    <dgm:pt modelId="{81F7AD81-3614-1E40-992F-577A8E2CFA0A}" type="pres">
      <dgm:prSet presAssocID="{AFC7F1CB-8276-844A-B6CA-80C2F7EE5C80}" presName="hierChild4" presStyleCnt="0"/>
      <dgm:spPr/>
    </dgm:pt>
    <dgm:pt modelId="{84F9647D-911B-6346-B5DA-C2639E4499A7}" type="pres">
      <dgm:prSet presAssocID="{AFC7F1CB-8276-844A-B6CA-80C2F7EE5C80}" presName="hierChild5" presStyleCnt="0"/>
      <dgm:spPr/>
    </dgm:pt>
    <dgm:pt modelId="{D3715E39-D072-7F48-AA32-32B52F68D3EA}" type="pres">
      <dgm:prSet presAssocID="{38CCC40C-91F2-DF4D-9924-16145272738B}" presName="hierChild5" presStyleCnt="0"/>
      <dgm:spPr/>
    </dgm:pt>
    <dgm:pt modelId="{51EB7D5B-8373-994C-9B47-B5BCB42716A9}" type="pres">
      <dgm:prSet presAssocID="{615322EC-29D0-BE4B-9E81-485EC64B34AD}" presName="hierChild5" presStyleCnt="0"/>
      <dgm:spPr/>
    </dgm:pt>
    <dgm:pt modelId="{CB4246F8-540D-F047-9DAA-4403379F4330}" type="pres">
      <dgm:prSet presAssocID="{8A4E4977-0767-6B4F-B722-EA8CD6AFC73F}" presName="Name37" presStyleLbl="parChTrans1D2" presStyleIdx="1" presStyleCnt="2"/>
      <dgm:spPr/>
    </dgm:pt>
    <dgm:pt modelId="{551EFE48-E4F4-E647-80DD-0389C98AB8B2}" type="pres">
      <dgm:prSet presAssocID="{C1E48158-7719-E149-A865-C6594D4EBE39}" presName="hierRoot2" presStyleCnt="0">
        <dgm:presLayoutVars>
          <dgm:hierBranch val="init"/>
        </dgm:presLayoutVars>
      </dgm:prSet>
      <dgm:spPr/>
    </dgm:pt>
    <dgm:pt modelId="{AC10F897-BE0E-EB48-84C7-48EDCB03A49A}" type="pres">
      <dgm:prSet presAssocID="{C1E48158-7719-E149-A865-C6594D4EBE39}" presName="rootComposite" presStyleCnt="0"/>
      <dgm:spPr/>
    </dgm:pt>
    <dgm:pt modelId="{0BEB55F5-161A-D747-9B25-E36462DB434A}" type="pres">
      <dgm:prSet presAssocID="{C1E48158-7719-E149-A865-C6594D4EBE39}" presName="rootText" presStyleLbl="node2" presStyleIdx="1" presStyleCnt="2">
        <dgm:presLayoutVars>
          <dgm:chPref val="3"/>
        </dgm:presLayoutVars>
      </dgm:prSet>
      <dgm:spPr/>
    </dgm:pt>
    <dgm:pt modelId="{7A9B6E53-D8B3-F344-9BF3-6219CEE9C1FC}" type="pres">
      <dgm:prSet presAssocID="{C1E48158-7719-E149-A865-C6594D4EBE39}" presName="rootConnector" presStyleLbl="node2" presStyleIdx="1" presStyleCnt="2"/>
      <dgm:spPr/>
    </dgm:pt>
    <dgm:pt modelId="{7EB34334-405F-5346-9B7A-485359610212}" type="pres">
      <dgm:prSet presAssocID="{C1E48158-7719-E149-A865-C6594D4EBE39}" presName="hierChild4" presStyleCnt="0"/>
      <dgm:spPr/>
    </dgm:pt>
    <dgm:pt modelId="{743172C3-3363-F54F-9FA3-3950DF47F2B4}" type="pres">
      <dgm:prSet presAssocID="{8C1C897C-7F20-8443-AAFD-FE1B78D08CAF}" presName="Name37" presStyleLbl="parChTrans1D3" presStyleIdx="2" presStyleCnt="4"/>
      <dgm:spPr/>
    </dgm:pt>
    <dgm:pt modelId="{622B0D67-15A5-E243-A850-C65DF55FD773}" type="pres">
      <dgm:prSet presAssocID="{86FA0EE6-A0BE-4C40-BE6C-7F12FD4643ED}" presName="hierRoot2" presStyleCnt="0">
        <dgm:presLayoutVars>
          <dgm:hierBranch val="init"/>
        </dgm:presLayoutVars>
      </dgm:prSet>
      <dgm:spPr/>
    </dgm:pt>
    <dgm:pt modelId="{B8201774-E2DA-7642-91F2-6375D188B412}" type="pres">
      <dgm:prSet presAssocID="{86FA0EE6-A0BE-4C40-BE6C-7F12FD4643ED}" presName="rootComposite" presStyleCnt="0"/>
      <dgm:spPr/>
    </dgm:pt>
    <dgm:pt modelId="{2A289A3D-8DE1-004D-9E92-FA08A37AE63D}" type="pres">
      <dgm:prSet presAssocID="{86FA0EE6-A0BE-4C40-BE6C-7F12FD4643ED}" presName="rootText" presStyleLbl="node3" presStyleIdx="2" presStyleCnt="4">
        <dgm:presLayoutVars>
          <dgm:chPref val="3"/>
        </dgm:presLayoutVars>
      </dgm:prSet>
      <dgm:spPr/>
    </dgm:pt>
    <dgm:pt modelId="{4FAF10BB-4810-2E44-9F56-CEFC4734CFB5}" type="pres">
      <dgm:prSet presAssocID="{86FA0EE6-A0BE-4C40-BE6C-7F12FD4643ED}" presName="rootConnector" presStyleLbl="node3" presStyleIdx="2" presStyleCnt="4"/>
      <dgm:spPr/>
    </dgm:pt>
    <dgm:pt modelId="{26D1800C-628A-1144-8328-0AA174230E68}" type="pres">
      <dgm:prSet presAssocID="{86FA0EE6-A0BE-4C40-BE6C-7F12FD4643ED}" presName="hierChild4" presStyleCnt="0"/>
      <dgm:spPr/>
    </dgm:pt>
    <dgm:pt modelId="{B9F063A2-72B0-7344-9CBA-40794A7EC370}" type="pres">
      <dgm:prSet presAssocID="{3E64FE57-201D-754A-9586-2C5054B3D387}" presName="Name37" presStyleLbl="parChTrans1D4" presStyleIdx="8" presStyleCnt="16"/>
      <dgm:spPr/>
    </dgm:pt>
    <dgm:pt modelId="{A192B167-D667-DF45-98E0-6E5BA7EEF1FC}" type="pres">
      <dgm:prSet presAssocID="{661554FF-45CB-9345-8F26-C1E976913741}" presName="hierRoot2" presStyleCnt="0">
        <dgm:presLayoutVars>
          <dgm:hierBranch val="init"/>
        </dgm:presLayoutVars>
      </dgm:prSet>
      <dgm:spPr/>
    </dgm:pt>
    <dgm:pt modelId="{F10C08F4-C3FD-2A4A-ADAD-A4CC59A5DF7E}" type="pres">
      <dgm:prSet presAssocID="{661554FF-45CB-9345-8F26-C1E976913741}" presName="rootComposite" presStyleCnt="0"/>
      <dgm:spPr/>
    </dgm:pt>
    <dgm:pt modelId="{2BC2E83E-9DC0-804A-BFC3-51BC6986B490}" type="pres">
      <dgm:prSet presAssocID="{661554FF-45CB-9345-8F26-C1E976913741}" presName="rootText" presStyleLbl="node4" presStyleIdx="8" presStyleCnt="16">
        <dgm:presLayoutVars>
          <dgm:chPref val="3"/>
        </dgm:presLayoutVars>
      </dgm:prSet>
      <dgm:spPr/>
    </dgm:pt>
    <dgm:pt modelId="{A99A09A5-2725-AF4D-BFDE-6965B350D0FB}" type="pres">
      <dgm:prSet presAssocID="{661554FF-45CB-9345-8F26-C1E976913741}" presName="rootConnector" presStyleLbl="node4" presStyleIdx="8" presStyleCnt="16"/>
      <dgm:spPr/>
    </dgm:pt>
    <dgm:pt modelId="{6454F000-E789-1749-8C31-213C072D7AB6}" type="pres">
      <dgm:prSet presAssocID="{661554FF-45CB-9345-8F26-C1E976913741}" presName="hierChild4" presStyleCnt="0"/>
      <dgm:spPr/>
    </dgm:pt>
    <dgm:pt modelId="{43B58612-DB14-954D-93EA-74F447794720}" type="pres">
      <dgm:prSet presAssocID="{661554FF-45CB-9345-8F26-C1E976913741}" presName="hierChild5" presStyleCnt="0"/>
      <dgm:spPr/>
    </dgm:pt>
    <dgm:pt modelId="{42373F27-7D27-9340-91BF-2DC9EBBCF90C}" type="pres">
      <dgm:prSet presAssocID="{8BB5F2F7-5AA5-AE4F-957A-6F9163BF118A}" presName="Name37" presStyleLbl="parChTrans1D4" presStyleIdx="9" presStyleCnt="16"/>
      <dgm:spPr/>
    </dgm:pt>
    <dgm:pt modelId="{127B45B9-FCF9-D840-A1E3-C6CBF2C76595}" type="pres">
      <dgm:prSet presAssocID="{33F3B55C-440F-B948-95A9-84AA1313EEC5}" presName="hierRoot2" presStyleCnt="0">
        <dgm:presLayoutVars>
          <dgm:hierBranch val="init"/>
        </dgm:presLayoutVars>
      </dgm:prSet>
      <dgm:spPr/>
    </dgm:pt>
    <dgm:pt modelId="{9F51B8A9-39B8-2F43-A8E3-E603CF98FF2A}" type="pres">
      <dgm:prSet presAssocID="{33F3B55C-440F-B948-95A9-84AA1313EEC5}" presName="rootComposite" presStyleCnt="0"/>
      <dgm:spPr/>
    </dgm:pt>
    <dgm:pt modelId="{3A96F12F-2D19-7041-B8C3-BEFBCB904A3D}" type="pres">
      <dgm:prSet presAssocID="{33F3B55C-440F-B948-95A9-84AA1313EEC5}" presName="rootText" presStyleLbl="node4" presStyleIdx="9" presStyleCnt="16">
        <dgm:presLayoutVars>
          <dgm:chPref val="3"/>
        </dgm:presLayoutVars>
      </dgm:prSet>
      <dgm:spPr/>
    </dgm:pt>
    <dgm:pt modelId="{384684A6-6CEC-CD49-A99D-940C6AC12F3B}" type="pres">
      <dgm:prSet presAssocID="{33F3B55C-440F-B948-95A9-84AA1313EEC5}" presName="rootConnector" presStyleLbl="node4" presStyleIdx="9" presStyleCnt="16"/>
      <dgm:spPr/>
    </dgm:pt>
    <dgm:pt modelId="{E8B09071-9C8A-2C45-9530-D801ED3AF719}" type="pres">
      <dgm:prSet presAssocID="{33F3B55C-440F-B948-95A9-84AA1313EEC5}" presName="hierChild4" presStyleCnt="0"/>
      <dgm:spPr/>
    </dgm:pt>
    <dgm:pt modelId="{F985E6FB-5034-A947-9F5B-5272B5082900}" type="pres">
      <dgm:prSet presAssocID="{33F3B55C-440F-B948-95A9-84AA1313EEC5}" presName="hierChild5" presStyleCnt="0"/>
      <dgm:spPr/>
    </dgm:pt>
    <dgm:pt modelId="{14B3B670-23C0-5843-9CEB-780FB9085DCB}" type="pres">
      <dgm:prSet presAssocID="{0E87C8D7-E5ED-6541-AAFF-625DC44A89C4}" presName="Name37" presStyleLbl="parChTrans1D4" presStyleIdx="10" presStyleCnt="16"/>
      <dgm:spPr/>
    </dgm:pt>
    <dgm:pt modelId="{B5CB81CE-4244-B447-9625-9A6178D328CF}" type="pres">
      <dgm:prSet presAssocID="{66DFA289-E4BA-4B47-B8CC-52EDCC81DF74}" presName="hierRoot2" presStyleCnt="0">
        <dgm:presLayoutVars>
          <dgm:hierBranch val="init"/>
        </dgm:presLayoutVars>
      </dgm:prSet>
      <dgm:spPr/>
    </dgm:pt>
    <dgm:pt modelId="{DEFE7B54-4C41-F044-AE40-81798204C40D}" type="pres">
      <dgm:prSet presAssocID="{66DFA289-E4BA-4B47-B8CC-52EDCC81DF74}" presName="rootComposite" presStyleCnt="0"/>
      <dgm:spPr/>
    </dgm:pt>
    <dgm:pt modelId="{593D2933-859A-2B48-9193-D14D3B62BC45}" type="pres">
      <dgm:prSet presAssocID="{66DFA289-E4BA-4B47-B8CC-52EDCC81DF74}" presName="rootText" presStyleLbl="node4" presStyleIdx="10" presStyleCnt="16">
        <dgm:presLayoutVars>
          <dgm:chPref val="3"/>
        </dgm:presLayoutVars>
      </dgm:prSet>
      <dgm:spPr/>
    </dgm:pt>
    <dgm:pt modelId="{0018F980-F012-1F44-ADA6-E37FDA2FAA70}" type="pres">
      <dgm:prSet presAssocID="{66DFA289-E4BA-4B47-B8CC-52EDCC81DF74}" presName="rootConnector" presStyleLbl="node4" presStyleIdx="10" presStyleCnt="16"/>
      <dgm:spPr/>
    </dgm:pt>
    <dgm:pt modelId="{D6C049B1-07D6-1C41-8EC4-1E2C53FC0F7F}" type="pres">
      <dgm:prSet presAssocID="{66DFA289-E4BA-4B47-B8CC-52EDCC81DF74}" presName="hierChild4" presStyleCnt="0"/>
      <dgm:spPr/>
    </dgm:pt>
    <dgm:pt modelId="{94FAAB3A-0B20-CD4D-AC91-3668FC720E1C}" type="pres">
      <dgm:prSet presAssocID="{66DFA289-E4BA-4B47-B8CC-52EDCC81DF74}" presName="hierChild5" presStyleCnt="0"/>
      <dgm:spPr/>
    </dgm:pt>
    <dgm:pt modelId="{27E5F664-9037-B44F-BB94-D693F21A54DE}" type="pres">
      <dgm:prSet presAssocID="{5116889C-E900-F742-9BBE-F8F8FDA59F43}" presName="Name37" presStyleLbl="parChTrans1D4" presStyleIdx="11" presStyleCnt="16"/>
      <dgm:spPr/>
    </dgm:pt>
    <dgm:pt modelId="{58DA07C4-E531-EB4A-A88A-D82EB0D511FA}" type="pres">
      <dgm:prSet presAssocID="{1A94EAF2-89B3-2849-9EA2-C6D723F1AB07}" presName="hierRoot2" presStyleCnt="0">
        <dgm:presLayoutVars>
          <dgm:hierBranch val="init"/>
        </dgm:presLayoutVars>
      </dgm:prSet>
      <dgm:spPr/>
    </dgm:pt>
    <dgm:pt modelId="{C44A3A30-CCA5-BA48-A0FF-8FDA56969A4A}" type="pres">
      <dgm:prSet presAssocID="{1A94EAF2-89B3-2849-9EA2-C6D723F1AB07}" presName="rootComposite" presStyleCnt="0"/>
      <dgm:spPr/>
    </dgm:pt>
    <dgm:pt modelId="{053CCF76-7AB2-8949-BB66-8E063219DFA0}" type="pres">
      <dgm:prSet presAssocID="{1A94EAF2-89B3-2849-9EA2-C6D723F1AB07}" presName="rootText" presStyleLbl="node4" presStyleIdx="11" presStyleCnt="16">
        <dgm:presLayoutVars>
          <dgm:chPref val="3"/>
        </dgm:presLayoutVars>
      </dgm:prSet>
      <dgm:spPr/>
    </dgm:pt>
    <dgm:pt modelId="{1DB7E04F-3C35-794B-AA2B-079E358C0B63}" type="pres">
      <dgm:prSet presAssocID="{1A94EAF2-89B3-2849-9EA2-C6D723F1AB07}" presName="rootConnector" presStyleLbl="node4" presStyleIdx="11" presStyleCnt="16"/>
      <dgm:spPr/>
    </dgm:pt>
    <dgm:pt modelId="{473AE510-9DEF-E743-A9E2-534D5288E151}" type="pres">
      <dgm:prSet presAssocID="{1A94EAF2-89B3-2849-9EA2-C6D723F1AB07}" presName="hierChild4" presStyleCnt="0"/>
      <dgm:spPr/>
    </dgm:pt>
    <dgm:pt modelId="{CA0A6B49-CB2D-2244-888B-D33218992042}" type="pres">
      <dgm:prSet presAssocID="{1A94EAF2-89B3-2849-9EA2-C6D723F1AB07}" presName="hierChild5" presStyleCnt="0"/>
      <dgm:spPr/>
    </dgm:pt>
    <dgm:pt modelId="{D398CFC9-8AD6-4647-999B-79B22ABCF351}" type="pres">
      <dgm:prSet presAssocID="{86FA0EE6-A0BE-4C40-BE6C-7F12FD4643ED}" presName="hierChild5" presStyleCnt="0"/>
      <dgm:spPr/>
    </dgm:pt>
    <dgm:pt modelId="{6C822C9E-835E-5645-AF5D-7834466D4748}" type="pres">
      <dgm:prSet presAssocID="{99C78B52-94E4-714E-9A14-F7E05080D0B9}" presName="Name37" presStyleLbl="parChTrans1D3" presStyleIdx="3" presStyleCnt="4"/>
      <dgm:spPr/>
    </dgm:pt>
    <dgm:pt modelId="{A11D60BE-D709-7D46-9CC9-0FAAFA76395C}" type="pres">
      <dgm:prSet presAssocID="{EA7CE616-30E6-3F4F-89C1-44E5AC482DFC}" presName="hierRoot2" presStyleCnt="0">
        <dgm:presLayoutVars>
          <dgm:hierBranch val="init"/>
        </dgm:presLayoutVars>
      </dgm:prSet>
      <dgm:spPr/>
    </dgm:pt>
    <dgm:pt modelId="{6A66F812-0EE5-6E4E-BA54-E3E0E051D1CE}" type="pres">
      <dgm:prSet presAssocID="{EA7CE616-30E6-3F4F-89C1-44E5AC482DFC}" presName="rootComposite" presStyleCnt="0"/>
      <dgm:spPr/>
    </dgm:pt>
    <dgm:pt modelId="{9ABB7012-2C3A-1F45-A584-55AC9607BB7D}" type="pres">
      <dgm:prSet presAssocID="{EA7CE616-30E6-3F4F-89C1-44E5AC482DFC}" presName="rootText" presStyleLbl="node3" presStyleIdx="3" presStyleCnt="4">
        <dgm:presLayoutVars>
          <dgm:chPref val="3"/>
        </dgm:presLayoutVars>
      </dgm:prSet>
      <dgm:spPr/>
    </dgm:pt>
    <dgm:pt modelId="{B6487BCC-6F97-2843-9712-E2CC5D7D8649}" type="pres">
      <dgm:prSet presAssocID="{EA7CE616-30E6-3F4F-89C1-44E5AC482DFC}" presName="rootConnector" presStyleLbl="node3" presStyleIdx="3" presStyleCnt="4"/>
      <dgm:spPr/>
    </dgm:pt>
    <dgm:pt modelId="{C221ABC6-CDB1-804B-BCE5-1D29AFD0F171}" type="pres">
      <dgm:prSet presAssocID="{EA7CE616-30E6-3F4F-89C1-44E5AC482DFC}" presName="hierChild4" presStyleCnt="0"/>
      <dgm:spPr/>
    </dgm:pt>
    <dgm:pt modelId="{F68C7770-90D7-FC40-AC4C-8602AABEC0DB}" type="pres">
      <dgm:prSet presAssocID="{91F96373-A43B-8D41-9CDE-787F5846251F}" presName="Name37" presStyleLbl="parChTrans1D4" presStyleIdx="12" presStyleCnt="16"/>
      <dgm:spPr/>
    </dgm:pt>
    <dgm:pt modelId="{C12B0E33-2FD6-8E45-9AE0-22D33D1FB92C}" type="pres">
      <dgm:prSet presAssocID="{FF668FD0-25AD-664C-96E7-0FEB414645B2}" presName="hierRoot2" presStyleCnt="0">
        <dgm:presLayoutVars>
          <dgm:hierBranch val="init"/>
        </dgm:presLayoutVars>
      </dgm:prSet>
      <dgm:spPr/>
    </dgm:pt>
    <dgm:pt modelId="{71B004D5-4768-6C49-88D6-A4104C5AC29C}" type="pres">
      <dgm:prSet presAssocID="{FF668FD0-25AD-664C-96E7-0FEB414645B2}" presName="rootComposite" presStyleCnt="0"/>
      <dgm:spPr/>
    </dgm:pt>
    <dgm:pt modelId="{B8474793-D878-8B43-9297-13AC7D2B788C}" type="pres">
      <dgm:prSet presAssocID="{FF668FD0-25AD-664C-96E7-0FEB414645B2}" presName="rootText" presStyleLbl="node4" presStyleIdx="12" presStyleCnt="16">
        <dgm:presLayoutVars>
          <dgm:chPref val="3"/>
        </dgm:presLayoutVars>
      </dgm:prSet>
      <dgm:spPr/>
    </dgm:pt>
    <dgm:pt modelId="{5C82F085-A76C-224F-B2D6-7E2D00D997DD}" type="pres">
      <dgm:prSet presAssocID="{FF668FD0-25AD-664C-96E7-0FEB414645B2}" presName="rootConnector" presStyleLbl="node4" presStyleIdx="12" presStyleCnt="16"/>
      <dgm:spPr/>
    </dgm:pt>
    <dgm:pt modelId="{57C986C3-B952-8C45-A73B-66DE641A13EA}" type="pres">
      <dgm:prSet presAssocID="{FF668FD0-25AD-664C-96E7-0FEB414645B2}" presName="hierChild4" presStyleCnt="0"/>
      <dgm:spPr/>
    </dgm:pt>
    <dgm:pt modelId="{8A249020-8694-6E46-8FA0-D618A6E0B894}" type="pres">
      <dgm:prSet presAssocID="{FF668FD0-25AD-664C-96E7-0FEB414645B2}" presName="hierChild5" presStyleCnt="0"/>
      <dgm:spPr/>
    </dgm:pt>
    <dgm:pt modelId="{A65ACF43-C188-6145-BB86-10045174F37E}" type="pres">
      <dgm:prSet presAssocID="{B22DC0D3-EE66-0E4A-8B8E-A030761411B4}" presName="Name37" presStyleLbl="parChTrans1D4" presStyleIdx="13" presStyleCnt="16"/>
      <dgm:spPr/>
    </dgm:pt>
    <dgm:pt modelId="{E38800AE-1A51-4D4C-99C8-EB80ADF102DA}" type="pres">
      <dgm:prSet presAssocID="{E7FBA496-8132-DA45-8CAE-E6C9B804036E}" presName="hierRoot2" presStyleCnt="0">
        <dgm:presLayoutVars>
          <dgm:hierBranch val="init"/>
        </dgm:presLayoutVars>
      </dgm:prSet>
      <dgm:spPr/>
    </dgm:pt>
    <dgm:pt modelId="{D59970E8-DDDE-E14A-A5CE-6AE346192D0D}" type="pres">
      <dgm:prSet presAssocID="{E7FBA496-8132-DA45-8CAE-E6C9B804036E}" presName="rootComposite" presStyleCnt="0"/>
      <dgm:spPr/>
    </dgm:pt>
    <dgm:pt modelId="{F632952D-8F91-5845-BCF8-F68919DB3EF9}" type="pres">
      <dgm:prSet presAssocID="{E7FBA496-8132-DA45-8CAE-E6C9B804036E}" presName="rootText" presStyleLbl="node4" presStyleIdx="13" presStyleCnt="16">
        <dgm:presLayoutVars>
          <dgm:chPref val="3"/>
        </dgm:presLayoutVars>
      </dgm:prSet>
      <dgm:spPr/>
    </dgm:pt>
    <dgm:pt modelId="{CF06700D-2E94-E144-B169-A18F22EF4667}" type="pres">
      <dgm:prSet presAssocID="{E7FBA496-8132-DA45-8CAE-E6C9B804036E}" presName="rootConnector" presStyleLbl="node4" presStyleIdx="13" presStyleCnt="16"/>
      <dgm:spPr/>
    </dgm:pt>
    <dgm:pt modelId="{0EF61E9A-51AB-1649-AD2A-92F98608B626}" type="pres">
      <dgm:prSet presAssocID="{E7FBA496-8132-DA45-8CAE-E6C9B804036E}" presName="hierChild4" presStyleCnt="0"/>
      <dgm:spPr/>
    </dgm:pt>
    <dgm:pt modelId="{ED8A3910-111B-3546-9DC1-BA61AB51EF21}" type="pres">
      <dgm:prSet presAssocID="{E7FBA496-8132-DA45-8CAE-E6C9B804036E}" presName="hierChild5" presStyleCnt="0"/>
      <dgm:spPr/>
    </dgm:pt>
    <dgm:pt modelId="{903B2477-238B-1D43-B313-1634EC18F9C2}" type="pres">
      <dgm:prSet presAssocID="{5DEA6109-C1FE-AA45-AF46-BD174D62F4C6}" presName="Name37" presStyleLbl="parChTrans1D4" presStyleIdx="14" presStyleCnt="16"/>
      <dgm:spPr/>
    </dgm:pt>
    <dgm:pt modelId="{3196B345-35DD-9F40-A789-838AB7ACA9B1}" type="pres">
      <dgm:prSet presAssocID="{0E6C66E4-1C4D-A247-9F41-6501204C9699}" presName="hierRoot2" presStyleCnt="0">
        <dgm:presLayoutVars>
          <dgm:hierBranch val="init"/>
        </dgm:presLayoutVars>
      </dgm:prSet>
      <dgm:spPr/>
    </dgm:pt>
    <dgm:pt modelId="{F8776890-FE1F-B942-990D-FF76B6AF43F6}" type="pres">
      <dgm:prSet presAssocID="{0E6C66E4-1C4D-A247-9F41-6501204C9699}" presName="rootComposite" presStyleCnt="0"/>
      <dgm:spPr/>
    </dgm:pt>
    <dgm:pt modelId="{D1529639-8CAA-7C44-8C7C-9AE13CA132E1}" type="pres">
      <dgm:prSet presAssocID="{0E6C66E4-1C4D-A247-9F41-6501204C9699}" presName="rootText" presStyleLbl="node4" presStyleIdx="14" presStyleCnt="16">
        <dgm:presLayoutVars>
          <dgm:chPref val="3"/>
        </dgm:presLayoutVars>
      </dgm:prSet>
      <dgm:spPr/>
    </dgm:pt>
    <dgm:pt modelId="{920085A5-CDB3-CD4C-93B8-9CD84E43832E}" type="pres">
      <dgm:prSet presAssocID="{0E6C66E4-1C4D-A247-9F41-6501204C9699}" presName="rootConnector" presStyleLbl="node4" presStyleIdx="14" presStyleCnt="16"/>
      <dgm:spPr/>
    </dgm:pt>
    <dgm:pt modelId="{2196E5D4-1E1F-5641-B9EF-EB8CF5D88D99}" type="pres">
      <dgm:prSet presAssocID="{0E6C66E4-1C4D-A247-9F41-6501204C9699}" presName="hierChild4" presStyleCnt="0"/>
      <dgm:spPr/>
    </dgm:pt>
    <dgm:pt modelId="{BC55D468-405C-8D41-A757-BD5CBDBEB9AF}" type="pres">
      <dgm:prSet presAssocID="{0E6C66E4-1C4D-A247-9F41-6501204C9699}" presName="hierChild5" presStyleCnt="0"/>
      <dgm:spPr/>
    </dgm:pt>
    <dgm:pt modelId="{E433BE2A-E85B-EB45-8C5E-107586FDF0C5}" type="pres">
      <dgm:prSet presAssocID="{21A7368B-077C-4845-83DF-021CAA01F150}" presName="Name37" presStyleLbl="parChTrans1D4" presStyleIdx="15" presStyleCnt="16"/>
      <dgm:spPr/>
    </dgm:pt>
    <dgm:pt modelId="{CDBD86BD-F52B-B143-937D-10D17542FD9E}" type="pres">
      <dgm:prSet presAssocID="{8361F4D0-22FE-7340-97F3-C77C8C1E03B3}" presName="hierRoot2" presStyleCnt="0">
        <dgm:presLayoutVars>
          <dgm:hierBranch val="init"/>
        </dgm:presLayoutVars>
      </dgm:prSet>
      <dgm:spPr/>
    </dgm:pt>
    <dgm:pt modelId="{7700D875-9B5B-CF44-B534-934A4A039D96}" type="pres">
      <dgm:prSet presAssocID="{8361F4D0-22FE-7340-97F3-C77C8C1E03B3}" presName="rootComposite" presStyleCnt="0"/>
      <dgm:spPr/>
    </dgm:pt>
    <dgm:pt modelId="{06D5A8DA-59C7-834F-888B-23FD809D34EE}" type="pres">
      <dgm:prSet presAssocID="{8361F4D0-22FE-7340-97F3-C77C8C1E03B3}" presName="rootText" presStyleLbl="node4" presStyleIdx="15" presStyleCnt="16">
        <dgm:presLayoutVars>
          <dgm:chPref val="3"/>
        </dgm:presLayoutVars>
      </dgm:prSet>
      <dgm:spPr/>
    </dgm:pt>
    <dgm:pt modelId="{1172A2D9-1971-6244-B41A-6BCD7D48913F}" type="pres">
      <dgm:prSet presAssocID="{8361F4D0-22FE-7340-97F3-C77C8C1E03B3}" presName="rootConnector" presStyleLbl="node4" presStyleIdx="15" presStyleCnt="16"/>
      <dgm:spPr/>
    </dgm:pt>
    <dgm:pt modelId="{67AE6E47-4E1D-9F49-8FAC-73DF62ECF87E}" type="pres">
      <dgm:prSet presAssocID="{8361F4D0-22FE-7340-97F3-C77C8C1E03B3}" presName="hierChild4" presStyleCnt="0"/>
      <dgm:spPr/>
    </dgm:pt>
    <dgm:pt modelId="{C53DE536-B8C3-A442-A883-BA5558746C42}" type="pres">
      <dgm:prSet presAssocID="{8361F4D0-22FE-7340-97F3-C77C8C1E03B3}" presName="hierChild5" presStyleCnt="0"/>
      <dgm:spPr/>
    </dgm:pt>
    <dgm:pt modelId="{26C2D325-22A3-CF4E-B37E-A847CF815492}" type="pres">
      <dgm:prSet presAssocID="{EA7CE616-30E6-3F4F-89C1-44E5AC482DFC}" presName="hierChild5" presStyleCnt="0"/>
      <dgm:spPr/>
    </dgm:pt>
    <dgm:pt modelId="{517B4D64-22C2-4546-9238-B4B6638DF77F}" type="pres">
      <dgm:prSet presAssocID="{C1E48158-7719-E149-A865-C6594D4EBE39}" presName="hierChild5" presStyleCnt="0"/>
      <dgm:spPr/>
    </dgm:pt>
    <dgm:pt modelId="{3ACED839-46BC-E745-9E5C-475BB15821D6}" type="pres">
      <dgm:prSet presAssocID="{FFBA6F8E-9722-274D-8EB3-81DF6DADB165}" presName="hierChild3" presStyleCnt="0"/>
      <dgm:spPr/>
    </dgm:pt>
  </dgm:ptLst>
  <dgm:cxnLst>
    <dgm:cxn modelId="{6EF20B00-E5D9-AD4E-86E3-1798BAEBBCA6}" type="presOf" srcId="{661554FF-45CB-9345-8F26-C1E976913741}" destId="{A99A09A5-2725-AF4D-BFDE-6965B350D0FB}" srcOrd="1" destOrd="0" presId="urn:microsoft.com/office/officeart/2005/8/layout/orgChart1"/>
    <dgm:cxn modelId="{56AAC802-6B7B-B143-9069-C7617AC59BD7}" type="presOf" srcId="{3E64FE57-201D-754A-9586-2C5054B3D387}" destId="{B9F063A2-72B0-7344-9CBA-40794A7EC370}" srcOrd="0" destOrd="0" presId="urn:microsoft.com/office/officeart/2005/8/layout/orgChart1"/>
    <dgm:cxn modelId="{72A90507-2F69-DC49-B628-555927198D15}" srcId="{86FA0EE6-A0BE-4C40-BE6C-7F12FD4643ED}" destId="{661554FF-45CB-9345-8F26-C1E976913741}" srcOrd="0" destOrd="0" parTransId="{3E64FE57-201D-754A-9586-2C5054B3D387}" sibTransId="{1C9919A5-F619-6B41-B283-4D9E0F21B937}"/>
    <dgm:cxn modelId="{4F73520C-B948-C340-8084-804AC8BC3368}" srcId="{EA7CE616-30E6-3F4F-89C1-44E5AC482DFC}" destId="{E7FBA496-8132-DA45-8CAE-E6C9B804036E}" srcOrd="1" destOrd="0" parTransId="{B22DC0D3-EE66-0E4A-8B8E-A030761411B4}" sibTransId="{F1D9A460-D1F4-8F45-9A82-5CD329358D1D}"/>
    <dgm:cxn modelId="{957B4311-465E-4C47-BDF2-A2DD694DD94D}" type="presOf" srcId="{B5D0D3E8-B795-3743-B29F-1695A75A0A32}" destId="{A8CC9982-14E7-2B48-8423-654D545ED390}" srcOrd="0" destOrd="0" presId="urn:microsoft.com/office/officeart/2005/8/layout/orgChart1"/>
    <dgm:cxn modelId="{1B2C3714-B42C-CE43-B72B-1844C7BBCD4D}" type="presOf" srcId="{8C1C897C-7F20-8443-AAFD-FE1B78D08CAF}" destId="{743172C3-3363-F54F-9FA3-3950DF47F2B4}" srcOrd="0" destOrd="0" presId="urn:microsoft.com/office/officeart/2005/8/layout/orgChart1"/>
    <dgm:cxn modelId="{71C1AC14-A37B-E544-8547-40572747146A}" srcId="{737B4950-C266-6E45-9829-4E496D4C5CEA}" destId="{E92D26F4-C26A-8F49-B599-FC53A8FECE1E}" srcOrd="0" destOrd="0" parTransId="{18EDA692-C994-5B49-8DEB-1056CBA2E144}" sibTransId="{D7D6B94F-3D74-BA43-B551-06041B288AAB}"/>
    <dgm:cxn modelId="{50F9E717-EA13-2144-B2BE-C2F4BF099D51}" type="presOf" srcId="{0CAF5A64-733E-4C46-894F-093DE65FD13B}" destId="{4887B337-9379-1F4E-B00C-34D60FC9C17C}" srcOrd="1" destOrd="0" presId="urn:microsoft.com/office/officeart/2005/8/layout/orgChart1"/>
    <dgm:cxn modelId="{23572219-5956-C84E-AD87-1B07EFBFE326}" type="presOf" srcId="{91F96373-A43B-8D41-9CDE-787F5846251F}" destId="{F68C7770-90D7-FC40-AC4C-8602AABEC0DB}" srcOrd="0" destOrd="0" presId="urn:microsoft.com/office/officeart/2005/8/layout/orgChart1"/>
    <dgm:cxn modelId="{C3561B1A-F53E-FE41-98DA-68BD4520686F}" type="presOf" srcId="{53AB89B8-2CEB-8B4F-A4A5-9E144AC05308}" destId="{C4E2BFB1-2EA0-1F4A-82B4-ABE891E932D4}" srcOrd="0" destOrd="0" presId="urn:microsoft.com/office/officeart/2005/8/layout/orgChart1"/>
    <dgm:cxn modelId="{FA9E7C1F-3168-6443-A5B7-79B58F8171DF}" type="presOf" srcId="{27078715-07FC-724F-85C1-3F6DC18DE89F}" destId="{14A255AF-1673-7644-8DF7-86489B12401C}" srcOrd="0" destOrd="0" presId="urn:microsoft.com/office/officeart/2005/8/layout/orgChart1"/>
    <dgm:cxn modelId="{3DCAC720-4587-6B4F-88D9-397258D54071}" type="presOf" srcId="{661554FF-45CB-9345-8F26-C1E976913741}" destId="{2BC2E83E-9DC0-804A-BFC3-51BC6986B490}" srcOrd="0" destOrd="0" presId="urn:microsoft.com/office/officeart/2005/8/layout/orgChart1"/>
    <dgm:cxn modelId="{96FC3B21-6CA5-5C40-84DA-9A9431FA1F43}" type="presOf" srcId="{5116889C-E900-F742-9BBE-F8F8FDA59F43}" destId="{27E5F664-9037-B44F-BB94-D693F21A54DE}" srcOrd="0" destOrd="0" presId="urn:microsoft.com/office/officeart/2005/8/layout/orgChart1"/>
    <dgm:cxn modelId="{8E456E22-2E87-B04C-91BD-F975D87BB667}" type="presOf" srcId="{1A4838F4-FB66-6C4B-AE01-392492209EFA}" destId="{00DCA6B4-E75A-8446-9FFD-4F230A83C634}" srcOrd="0" destOrd="0" presId="urn:microsoft.com/office/officeart/2005/8/layout/orgChart1"/>
    <dgm:cxn modelId="{989B8A2E-8296-9048-BFA4-42BFDAF75668}" type="presOf" srcId="{84A008EA-9777-3D49-ADD4-F7E6AE1E304F}" destId="{D5943A0D-5343-F740-976D-6404C54DB166}" srcOrd="1" destOrd="0" presId="urn:microsoft.com/office/officeart/2005/8/layout/orgChart1"/>
    <dgm:cxn modelId="{2B900D32-FCD8-F74E-A561-E72FBD647B19}" type="presOf" srcId="{AFC7F1CB-8276-844A-B6CA-80C2F7EE5C80}" destId="{61BCFD2F-E510-0A41-B0D0-BACD7378B2BD}" srcOrd="1" destOrd="0" presId="urn:microsoft.com/office/officeart/2005/8/layout/orgChart1"/>
    <dgm:cxn modelId="{279B3735-C6BD-8848-9EB7-B74A0C53D8FE}" type="presOf" srcId="{E7FBA496-8132-DA45-8CAE-E6C9B804036E}" destId="{F632952D-8F91-5845-BCF8-F68919DB3EF9}" srcOrd="0" destOrd="0" presId="urn:microsoft.com/office/officeart/2005/8/layout/orgChart1"/>
    <dgm:cxn modelId="{01180936-F2C9-4740-B3DF-603DC6F605F2}" srcId="{C1E48158-7719-E149-A865-C6594D4EBE39}" destId="{EA7CE616-30E6-3F4F-89C1-44E5AC482DFC}" srcOrd="1" destOrd="0" parTransId="{99C78B52-94E4-714E-9A14-F7E05080D0B9}" sibTransId="{734C90A7-5746-214F-8FDD-318370DC07C8}"/>
    <dgm:cxn modelId="{67CA9136-D5CC-E84F-97DD-63130CAC1DD1}" srcId="{86FA0EE6-A0BE-4C40-BE6C-7F12FD4643ED}" destId="{1A94EAF2-89B3-2849-9EA2-C6D723F1AB07}" srcOrd="3" destOrd="0" parTransId="{5116889C-E900-F742-9BBE-F8F8FDA59F43}" sibTransId="{A3796A50-1EB4-B845-85B2-1AB15E16C49A}"/>
    <dgm:cxn modelId="{AE515C37-A769-F241-808A-47E0174BC3A7}" type="presOf" srcId="{8BB5F2F7-5AA5-AE4F-957A-6F9163BF118A}" destId="{42373F27-7D27-9340-91BF-2DC9EBBCF90C}" srcOrd="0" destOrd="0" presId="urn:microsoft.com/office/officeart/2005/8/layout/orgChart1"/>
    <dgm:cxn modelId="{E79FD738-0B95-B741-B261-0102EA99036D}" type="presOf" srcId="{EA7CE616-30E6-3F4F-89C1-44E5AC482DFC}" destId="{9ABB7012-2C3A-1F45-A584-55AC9607BB7D}" srcOrd="0" destOrd="0" presId="urn:microsoft.com/office/officeart/2005/8/layout/orgChart1"/>
    <dgm:cxn modelId="{64CE0339-ED0A-FE41-BB8F-8E42F2D8B79E}" type="presOf" srcId="{BD5A74BC-EF31-894C-970E-896D3C6880FB}" destId="{C0B3CD80-71DF-6845-A34E-8A097B583F74}" srcOrd="0" destOrd="0" presId="urn:microsoft.com/office/officeart/2005/8/layout/orgChart1"/>
    <dgm:cxn modelId="{2A6B793A-4FF3-2645-8715-F6BD22F54391}" type="presOf" srcId="{38CCC40C-91F2-DF4D-9924-16145272738B}" destId="{4A003CC7-CC23-8745-8939-193C1E158901}" srcOrd="0" destOrd="0" presId="urn:microsoft.com/office/officeart/2005/8/layout/orgChart1"/>
    <dgm:cxn modelId="{9568633B-56EB-D246-8E0C-FB7BBFEA54DC}" srcId="{EA7CE616-30E6-3F4F-89C1-44E5AC482DFC}" destId="{8361F4D0-22FE-7340-97F3-C77C8C1E03B3}" srcOrd="3" destOrd="0" parTransId="{21A7368B-077C-4845-83DF-021CAA01F150}" sibTransId="{4CBC00E5-E4DA-2840-B114-6B3155F2EE68}"/>
    <dgm:cxn modelId="{987C3E41-74D8-1F43-830F-E7CC27EFDC1B}" type="presOf" srcId="{FF668FD0-25AD-664C-96E7-0FEB414645B2}" destId="{5C82F085-A76C-224F-B2D6-7E2D00D997DD}" srcOrd="1" destOrd="0" presId="urn:microsoft.com/office/officeart/2005/8/layout/orgChart1"/>
    <dgm:cxn modelId="{97199141-3220-854F-890A-5CD7978A650F}" type="presOf" srcId="{FFBA6F8E-9722-274D-8EB3-81DF6DADB165}" destId="{1B4FA5AE-6D54-EC45-A6B8-44AAE9A6F5E5}" srcOrd="0" destOrd="0" presId="urn:microsoft.com/office/officeart/2005/8/layout/orgChart1"/>
    <dgm:cxn modelId="{DC52FA45-1309-ED45-8506-4E8B7115E34A}" srcId="{FFBA6F8E-9722-274D-8EB3-81DF6DADB165}" destId="{615322EC-29D0-BE4B-9E81-485EC64B34AD}" srcOrd="0" destOrd="0" parTransId="{D7F6F72D-83F3-1542-AB0B-A0F79919C62A}" sibTransId="{5ABC3EFF-EC14-124E-B87C-2C9303E4E0D9}"/>
    <dgm:cxn modelId="{E112B646-6D78-7048-BC98-276010DC9A6E}" type="presOf" srcId="{E92D26F4-C26A-8F49-B599-FC53A8FECE1E}" destId="{1987BFDD-CEEB-554A-BA4D-F5639020C497}" srcOrd="1" destOrd="0" presId="urn:microsoft.com/office/officeart/2005/8/layout/orgChart1"/>
    <dgm:cxn modelId="{088CB548-5944-074E-B184-42E27CAFCD7E}" type="presOf" srcId="{AED895CA-490C-FC4D-B209-4F1E028C4EE0}" destId="{B8FE4AFB-EBD3-EA4C-B16B-2FC370616CD3}" srcOrd="0" destOrd="0" presId="urn:microsoft.com/office/officeart/2005/8/layout/orgChart1"/>
    <dgm:cxn modelId="{05DBAA49-2B77-4F49-9F11-CD88261D3FA4}" type="presOf" srcId="{86FA0EE6-A0BE-4C40-BE6C-7F12FD4643ED}" destId="{4FAF10BB-4810-2E44-9F56-CEFC4734CFB5}" srcOrd="1" destOrd="0" presId="urn:microsoft.com/office/officeart/2005/8/layout/orgChart1"/>
    <dgm:cxn modelId="{7092824A-6420-CD45-B3C3-D192BC46C980}" srcId="{737B4950-C266-6E45-9829-4E496D4C5CEA}" destId="{512C207A-296D-E54D-B9B5-55B369CB4082}" srcOrd="3" destOrd="0" parTransId="{E0D71316-3A16-F346-87E8-67F63CC167EC}" sibTransId="{B20FDA1C-258F-2046-B22A-DBEF02659831}"/>
    <dgm:cxn modelId="{684AE84B-9571-3249-A4C8-21F930473999}" srcId="{38CCC40C-91F2-DF4D-9924-16145272738B}" destId="{AFC7F1CB-8276-844A-B6CA-80C2F7EE5C80}" srcOrd="3" destOrd="0" parTransId="{BD5A74BC-EF31-894C-970E-896D3C6880FB}" sibTransId="{F5D13D3A-6762-A941-9913-F8396742FE38}"/>
    <dgm:cxn modelId="{66668050-C745-0648-B9CF-21CD366AFC93}" srcId="{FFBA6F8E-9722-274D-8EB3-81DF6DADB165}" destId="{C1E48158-7719-E149-A865-C6594D4EBE39}" srcOrd="1" destOrd="0" parTransId="{8A4E4977-0767-6B4F-B722-EA8CD6AFC73F}" sibTransId="{92C468B7-B1D5-7B44-ACCA-FC082847756C}"/>
    <dgm:cxn modelId="{54999C51-F32B-8C4F-A22D-678001FA9AD9}" srcId="{38CCC40C-91F2-DF4D-9924-16145272738B}" destId="{E9D01155-9BCB-DF4F-A71F-1AEB8A56169C}" srcOrd="1" destOrd="0" parTransId="{AED895CA-490C-FC4D-B209-4F1E028C4EE0}" sibTransId="{28AB227F-82B2-654D-8387-FD3FA49103B4}"/>
    <dgm:cxn modelId="{70C03452-1B61-704B-8EF8-B3497750D105}" type="presOf" srcId="{AFC7F1CB-8276-844A-B6CA-80C2F7EE5C80}" destId="{D963FF8A-3BB1-3A49-8E69-5FCC1776714B}" srcOrd="0" destOrd="0" presId="urn:microsoft.com/office/officeart/2005/8/layout/orgChart1"/>
    <dgm:cxn modelId="{D055D952-5E42-4948-8167-FF5F08F7AE8B}" type="presOf" srcId="{33F3B55C-440F-B948-95A9-84AA1313EEC5}" destId="{3A96F12F-2D19-7041-B8C3-BEFBCB904A3D}" srcOrd="0" destOrd="0" presId="urn:microsoft.com/office/officeart/2005/8/layout/orgChart1"/>
    <dgm:cxn modelId="{9941A55D-0111-3447-BEC4-67DFB1AAD658}" type="presOf" srcId="{1A94EAF2-89B3-2849-9EA2-C6D723F1AB07}" destId="{1DB7E04F-3C35-794B-AA2B-079E358C0B63}" srcOrd="1" destOrd="0" presId="urn:microsoft.com/office/officeart/2005/8/layout/orgChart1"/>
    <dgm:cxn modelId="{B05C2F60-931E-E64F-BD29-17326C827495}" type="presOf" srcId="{0E6C66E4-1C4D-A247-9F41-6501204C9699}" destId="{D1529639-8CAA-7C44-8C7C-9AE13CA132E1}" srcOrd="0" destOrd="0" presId="urn:microsoft.com/office/officeart/2005/8/layout/orgChart1"/>
    <dgm:cxn modelId="{43E92761-AF55-5346-B1DE-33B5480969C9}" type="presOf" srcId="{B575CBB5-8761-9946-BD17-CD458C435D86}" destId="{EB4D5CBC-5CFD-E64E-94DC-D7DD6C39BABC}" srcOrd="0" destOrd="0" presId="urn:microsoft.com/office/officeart/2005/8/layout/orgChart1"/>
    <dgm:cxn modelId="{A3FA4861-BC41-A64F-B7DD-20E585278A5B}" type="presOf" srcId="{66DFA289-E4BA-4B47-B8CC-52EDCC81DF74}" destId="{593D2933-859A-2B48-9193-D14D3B62BC45}" srcOrd="0" destOrd="0" presId="urn:microsoft.com/office/officeart/2005/8/layout/orgChart1"/>
    <dgm:cxn modelId="{DB79AA61-847F-1F4C-89BE-75636624ECAB}" type="presOf" srcId="{66DFA289-E4BA-4B47-B8CC-52EDCC81DF74}" destId="{0018F980-F012-1F44-ADA6-E37FDA2FAA70}" srcOrd="1" destOrd="0" presId="urn:microsoft.com/office/officeart/2005/8/layout/orgChart1"/>
    <dgm:cxn modelId="{1DAD3263-BE27-6F4C-A84E-7F4910B39133}" srcId="{86FA0EE6-A0BE-4C40-BE6C-7F12FD4643ED}" destId="{33F3B55C-440F-B948-95A9-84AA1313EEC5}" srcOrd="1" destOrd="0" parTransId="{8BB5F2F7-5AA5-AE4F-957A-6F9163BF118A}" sibTransId="{1CB7CDD7-D887-BE46-9E77-5CFCC8BA077E}"/>
    <dgm:cxn modelId="{CB70906B-19AC-8E4D-A4D4-303597F95074}" srcId="{615322EC-29D0-BE4B-9E81-485EC64B34AD}" destId="{737B4950-C266-6E45-9829-4E496D4C5CEA}" srcOrd="0" destOrd="0" parTransId="{B575CBB5-8761-9946-BD17-CD458C435D86}" sibTransId="{A5E90349-F5FA-5B4C-B383-C2E2DCF9A2F2}"/>
    <dgm:cxn modelId="{CE35BC6C-E85D-0842-A242-7E1A369E38CA}" type="presOf" srcId="{D7F6F72D-83F3-1542-AB0B-A0F79919C62A}" destId="{F777DFC4-7111-154F-B309-9519F20588E6}" srcOrd="0" destOrd="0" presId="urn:microsoft.com/office/officeart/2005/8/layout/orgChart1"/>
    <dgm:cxn modelId="{6E2BFC6E-57B4-6A47-9024-162B67CF34FD}" type="presOf" srcId="{615322EC-29D0-BE4B-9E81-485EC64B34AD}" destId="{2886F659-6E89-BF4A-9E9B-09623E8A0CC6}" srcOrd="0" destOrd="0" presId="urn:microsoft.com/office/officeart/2005/8/layout/orgChart1"/>
    <dgm:cxn modelId="{B407FC73-B31B-2F44-84DE-C0AE82197312}" type="presOf" srcId="{18EDA692-C994-5B49-8DEB-1056CBA2E144}" destId="{F4C5806A-A26E-9E4B-A002-DAC5BB735783}" srcOrd="0" destOrd="0" presId="urn:microsoft.com/office/officeart/2005/8/layout/orgChart1"/>
    <dgm:cxn modelId="{178F7774-3C28-4D4A-8F41-E1C077F46DCD}" type="presOf" srcId="{FF668FD0-25AD-664C-96E7-0FEB414645B2}" destId="{B8474793-D878-8B43-9297-13AC7D2B788C}" srcOrd="0" destOrd="0" presId="urn:microsoft.com/office/officeart/2005/8/layout/orgChart1"/>
    <dgm:cxn modelId="{E9BA9D74-B5DB-7E44-815B-ACA9F23C64EE}" type="presOf" srcId="{512C207A-296D-E54D-B9B5-55B369CB4082}" destId="{3C297F35-3674-084B-9329-7F8EF3177344}" srcOrd="0" destOrd="0" presId="urn:microsoft.com/office/officeart/2005/8/layout/orgChart1"/>
    <dgm:cxn modelId="{1DF91378-FBD9-E54A-976D-EBE1D1663540}" type="presOf" srcId="{E0D71316-3A16-F346-87E8-67F63CC167EC}" destId="{FC95E3B0-8F33-3A49-80F7-A95073D97FAF}" srcOrd="0" destOrd="0" presId="urn:microsoft.com/office/officeart/2005/8/layout/orgChart1"/>
    <dgm:cxn modelId="{ED4EB579-FC2F-6342-93E1-A424E26F0C3E}" type="presOf" srcId="{E92D26F4-C26A-8F49-B599-FC53A8FECE1E}" destId="{B5E92A72-1DE6-5742-B2A4-87A019840CF8}" srcOrd="0" destOrd="0" presId="urn:microsoft.com/office/officeart/2005/8/layout/orgChart1"/>
    <dgm:cxn modelId="{8FC2B27C-D7A9-4442-ADAE-7A6269A71749}" srcId="{EA7CE616-30E6-3F4F-89C1-44E5AC482DFC}" destId="{FF668FD0-25AD-664C-96E7-0FEB414645B2}" srcOrd="0" destOrd="0" parTransId="{91F96373-A43B-8D41-9CDE-787F5846251F}" sibTransId="{994F5AD7-CC19-B745-ADEC-6DFDCE31146F}"/>
    <dgm:cxn modelId="{36CE797D-A7A8-A040-9DA8-B778E4B8C284}" type="presOf" srcId="{615322EC-29D0-BE4B-9E81-485EC64B34AD}" destId="{349B1ED7-6B4C-2949-8D41-469C057AF3FD}" srcOrd="1" destOrd="0" presId="urn:microsoft.com/office/officeart/2005/8/layout/orgChart1"/>
    <dgm:cxn modelId="{D7B15B80-D5FC-E94E-AD58-8F92CFD97E97}" type="presOf" srcId="{E7FBA496-8132-DA45-8CAE-E6C9B804036E}" destId="{CF06700D-2E94-E144-B169-A18F22EF4667}" srcOrd="1" destOrd="0" presId="urn:microsoft.com/office/officeart/2005/8/layout/orgChart1"/>
    <dgm:cxn modelId="{8086E987-E131-0044-A1CA-C2F28DB60EA1}" type="presOf" srcId="{0E87C8D7-E5ED-6541-AAFF-625DC44A89C4}" destId="{14B3B670-23C0-5843-9CEB-780FB9085DCB}" srcOrd="0" destOrd="0" presId="urn:microsoft.com/office/officeart/2005/8/layout/orgChart1"/>
    <dgm:cxn modelId="{77AAF989-F65E-4144-98EE-71D6AB1FC101}" srcId="{25FF79B9-8A4E-2846-8389-DA2539AC0E91}" destId="{FFBA6F8E-9722-274D-8EB3-81DF6DADB165}" srcOrd="0" destOrd="0" parTransId="{83A5552F-15A5-454E-9A48-5CE64CA84788}" sibTransId="{A8BA1CB0-422D-7A47-8C5B-7D81A0859563}"/>
    <dgm:cxn modelId="{E1ED5E8A-7432-0D49-96B5-33E1DC32D969}" type="presOf" srcId="{F77D3EE8-0A30-ED40-9A10-2F2F488BB043}" destId="{C7ED0B91-EA5C-914F-BFF4-585C84358883}" srcOrd="0" destOrd="0" presId="urn:microsoft.com/office/officeart/2005/8/layout/orgChart1"/>
    <dgm:cxn modelId="{1445F495-2E26-0246-8003-AACBA41D8C42}" type="presOf" srcId="{B22DC0D3-EE66-0E4A-8B8E-A030761411B4}" destId="{A65ACF43-C188-6145-BB86-10045174F37E}" srcOrd="0" destOrd="0" presId="urn:microsoft.com/office/officeart/2005/8/layout/orgChart1"/>
    <dgm:cxn modelId="{F3AA5796-2234-CE4B-8B02-740B631D658B}" type="presOf" srcId="{86FA0EE6-A0BE-4C40-BE6C-7F12FD4643ED}" destId="{2A289A3D-8DE1-004D-9E92-FA08A37AE63D}" srcOrd="0" destOrd="0" presId="urn:microsoft.com/office/officeart/2005/8/layout/orgChart1"/>
    <dgm:cxn modelId="{DD536098-66FD-5748-B74E-39E5687E65EA}" type="presOf" srcId="{5DEA6109-C1FE-AA45-AF46-BD174D62F4C6}" destId="{903B2477-238B-1D43-B313-1634EC18F9C2}" srcOrd="0" destOrd="0" presId="urn:microsoft.com/office/officeart/2005/8/layout/orgChart1"/>
    <dgm:cxn modelId="{5A77069A-CB91-1B43-ABF9-035C40A53D41}" type="presOf" srcId="{EA7CE616-30E6-3F4F-89C1-44E5AC482DFC}" destId="{B6487BCC-6F97-2843-9712-E2CC5D7D8649}" srcOrd="1" destOrd="0" presId="urn:microsoft.com/office/officeart/2005/8/layout/orgChart1"/>
    <dgm:cxn modelId="{B1F2BE9C-32CE-4741-9294-6624830F7706}" type="presOf" srcId="{84A008EA-9777-3D49-ADD4-F7E6AE1E304F}" destId="{8D801C39-A2D2-FF49-B278-48B59A8FF682}" srcOrd="0" destOrd="0" presId="urn:microsoft.com/office/officeart/2005/8/layout/orgChart1"/>
    <dgm:cxn modelId="{67B788A3-F5E1-D245-A6FA-BDB06D716071}" type="presOf" srcId="{737B4950-C266-6E45-9829-4E496D4C5CEA}" destId="{B4FBC950-3436-5547-B874-96C0921DAD13}" srcOrd="0" destOrd="0" presId="urn:microsoft.com/office/officeart/2005/8/layout/orgChart1"/>
    <dgm:cxn modelId="{614C36A4-1A3C-CC4F-A692-B71514FF65B7}" type="presOf" srcId="{8A4E4977-0767-6B4F-B722-EA8CD6AFC73F}" destId="{CB4246F8-540D-F047-9DAA-4403379F4330}" srcOrd="0" destOrd="0" presId="urn:microsoft.com/office/officeart/2005/8/layout/orgChart1"/>
    <dgm:cxn modelId="{792183A4-D662-DE4A-B295-1920E70242F3}" type="presOf" srcId="{21A7368B-077C-4845-83DF-021CAA01F150}" destId="{E433BE2A-E85B-EB45-8C5E-107586FDF0C5}" srcOrd="0" destOrd="0" presId="urn:microsoft.com/office/officeart/2005/8/layout/orgChart1"/>
    <dgm:cxn modelId="{7A9F56A6-D8EE-154C-B8A7-E70B0DDBA2B6}" type="presOf" srcId="{99C78B52-94E4-714E-9A14-F7E05080D0B9}" destId="{6C822C9E-835E-5645-AF5D-7834466D4748}" srcOrd="0" destOrd="0" presId="urn:microsoft.com/office/officeart/2005/8/layout/orgChart1"/>
    <dgm:cxn modelId="{0948ABAB-9194-8E4F-ADD9-8273AA8F69D9}" type="presOf" srcId="{737B4950-C266-6E45-9829-4E496D4C5CEA}" destId="{2BB3EFCB-3D1A-274B-9C8A-B21D61F4B3C5}" srcOrd="1" destOrd="0" presId="urn:microsoft.com/office/officeart/2005/8/layout/orgChart1"/>
    <dgm:cxn modelId="{3903B7AB-49E8-4743-81AD-C25DD82F1329}" type="presOf" srcId="{27078715-07FC-724F-85C1-3F6DC18DE89F}" destId="{3F71694B-32A0-3B40-ABBE-1CCC1EF13530}" srcOrd="1" destOrd="0" presId="urn:microsoft.com/office/officeart/2005/8/layout/orgChart1"/>
    <dgm:cxn modelId="{A86AD6B0-5B95-9E4B-8083-B65FAAA318A6}" type="presOf" srcId="{8361F4D0-22FE-7340-97F3-C77C8C1E03B3}" destId="{1172A2D9-1971-6244-B41A-6BCD7D48913F}" srcOrd="1" destOrd="0" presId="urn:microsoft.com/office/officeart/2005/8/layout/orgChart1"/>
    <dgm:cxn modelId="{C7DA7DB2-AA17-F240-A7FB-3713A2551ED7}" type="presOf" srcId="{0E6C66E4-1C4D-A247-9F41-6501204C9699}" destId="{920085A5-CDB3-CD4C-93B8-9CD84E43832E}" srcOrd="1" destOrd="0" presId="urn:microsoft.com/office/officeart/2005/8/layout/orgChart1"/>
    <dgm:cxn modelId="{4C6353B9-C551-7E4E-9FF4-4085F9A39EA4}" type="presOf" srcId="{D86BA47F-AB99-9144-BA7E-17DC7013E8A9}" destId="{F7C396C5-F04D-0049-A91D-C8ACF52F3BA5}" srcOrd="0" destOrd="0" presId="urn:microsoft.com/office/officeart/2005/8/layout/orgChart1"/>
    <dgm:cxn modelId="{55BD14BB-4765-1D40-ABD8-B5FDDAAEEEB2}" srcId="{38CCC40C-91F2-DF4D-9924-16145272738B}" destId="{84A008EA-9777-3D49-ADD4-F7E6AE1E304F}" srcOrd="2" destOrd="0" parTransId="{F77D3EE8-0A30-ED40-9A10-2F2F488BB043}" sibTransId="{A6AAB114-FAA1-D541-A393-2BB286EB45EF}"/>
    <dgm:cxn modelId="{CDB60BC6-409E-9F41-90A4-B147DB2EE1D2}" type="presOf" srcId="{25FF79B9-8A4E-2846-8389-DA2539AC0E91}" destId="{0E281403-D2B0-9E4B-B270-D0C36855A987}" srcOrd="0" destOrd="0" presId="urn:microsoft.com/office/officeart/2005/8/layout/orgChart1"/>
    <dgm:cxn modelId="{C44A92C9-A38E-D54B-B248-107FDE17CE8D}" type="presOf" srcId="{8361F4D0-22FE-7340-97F3-C77C8C1E03B3}" destId="{06D5A8DA-59C7-834F-888B-23FD809D34EE}" srcOrd="0" destOrd="0" presId="urn:microsoft.com/office/officeart/2005/8/layout/orgChart1"/>
    <dgm:cxn modelId="{1CBCF8C9-58B2-1C4B-B7F9-09052D074631}" type="presOf" srcId="{FFBA6F8E-9722-274D-8EB3-81DF6DADB165}" destId="{F34E717F-CEE8-1546-92E5-7C4BEC135981}" srcOrd="1" destOrd="0" presId="urn:microsoft.com/office/officeart/2005/8/layout/orgChart1"/>
    <dgm:cxn modelId="{7DB96ECA-CCC1-2B44-9B10-4CF460E07B55}" srcId="{C1E48158-7719-E149-A865-C6594D4EBE39}" destId="{86FA0EE6-A0BE-4C40-BE6C-7F12FD4643ED}" srcOrd="0" destOrd="0" parTransId="{8C1C897C-7F20-8443-AAFD-FE1B78D08CAF}" sibTransId="{2D749E0D-91EF-1445-B078-86E7D0F9D84F}"/>
    <dgm:cxn modelId="{DFE20ED4-94B1-464F-B899-0AB4B42C258D}" srcId="{86FA0EE6-A0BE-4C40-BE6C-7F12FD4643ED}" destId="{66DFA289-E4BA-4B47-B8CC-52EDCC81DF74}" srcOrd="2" destOrd="0" parTransId="{0E87C8D7-E5ED-6541-AAFF-625DC44A89C4}" sibTransId="{5179B748-0140-1D45-9908-45D1FD13DC70}"/>
    <dgm:cxn modelId="{F71280D4-E495-9242-8C5A-C8F0A938DAA8}" type="presOf" srcId="{D90A70E4-5C7F-3541-B7C1-6804E23C2992}" destId="{6D72278E-F3EE-B94E-B6BC-079C6921F85C}" srcOrd="0" destOrd="0" presId="urn:microsoft.com/office/officeart/2005/8/layout/orgChart1"/>
    <dgm:cxn modelId="{68C1F8D7-2376-3E43-821F-BDC484119504}" type="presOf" srcId="{512C207A-296D-E54D-B9B5-55B369CB4082}" destId="{1E23E091-540F-6442-A400-EB28FDF87CDD}" srcOrd="1" destOrd="0" presId="urn:microsoft.com/office/officeart/2005/8/layout/orgChart1"/>
    <dgm:cxn modelId="{CBF3A3DC-383B-F448-88D7-1DD266AACB61}" type="presOf" srcId="{E9D01155-9BCB-DF4F-A71F-1AEB8A56169C}" destId="{1AC52274-9E80-A248-8CE5-C5A7C3F6B707}" srcOrd="1" destOrd="0" presId="urn:microsoft.com/office/officeart/2005/8/layout/orgChart1"/>
    <dgm:cxn modelId="{9EE063E2-A9CF-5242-9673-E4016594C530}" type="presOf" srcId="{C1E48158-7719-E149-A865-C6594D4EBE39}" destId="{7A9B6E53-D8B3-F344-9BF3-6219CEE9C1FC}" srcOrd="1" destOrd="0" presId="urn:microsoft.com/office/officeart/2005/8/layout/orgChart1"/>
    <dgm:cxn modelId="{012A11E6-1A8B-2543-A22A-14EB46D7428D}" type="presOf" srcId="{38CCC40C-91F2-DF4D-9924-16145272738B}" destId="{32D3E684-A284-C24B-A176-9C7F3839C399}" srcOrd="1" destOrd="0" presId="urn:microsoft.com/office/officeart/2005/8/layout/orgChart1"/>
    <dgm:cxn modelId="{F2E81DE6-72C7-F144-9236-03D5ADA56DE6}" srcId="{737B4950-C266-6E45-9829-4E496D4C5CEA}" destId="{B5D0D3E8-B795-3743-B29F-1695A75A0A32}" srcOrd="1" destOrd="0" parTransId="{D90A70E4-5C7F-3541-B7C1-6804E23C2992}" sibTransId="{4BA37DCA-CC58-7149-ADDB-812CB755F4F3}"/>
    <dgm:cxn modelId="{7BD40AE8-B2FC-504B-B2AD-52DF66237D76}" type="presOf" srcId="{1A94EAF2-89B3-2849-9EA2-C6D723F1AB07}" destId="{053CCF76-7AB2-8949-BB66-8E063219DFA0}" srcOrd="0" destOrd="0" presId="urn:microsoft.com/office/officeart/2005/8/layout/orgChart1"/>
    <dgm:cxn modelId="{FD978BEA-E8E5-4B44-BEEC-FFEE58F586A1}" type="presOf" srcId="{E9D01155-9BCB-DF4F-A71F-1AEB8A56169C}" destId="{0D4EE3D3-840D-3E4D-A89D-08C23105C712}" srcOrd="0" destOrd="0" presId="urn:microsoft.com/office/officeart/2005/8/layout/orgChart1"/>
    <dgm:cxn modelId="{3F24CDED-A9F0-A845-BCC5-12D04D6AF9F5}" type="presOf" srcId="{C1E48158-7719-E149-A865-C6594D4EBE39}" destId="{0BEB55F5-161A-D747-9B25-E36462DB434A}" srcOrd="0" destOrd="0" presId="urn:microsoft.com/office/officeart/2005/8/layout/orgChart1"/>
    <dgm:cxn modelId="{C5A9A3EE-BD6B-0D46-A851-A92501CC2EBF}" srcId="{615322EC-29D0-BE4B-9E81-485EC64B34AD}" destId="{38CCC40C-91F2-DF4D-9924-16145272738B}" srcOrd="1" destOrd="0" parTransId="{53AB89B8-2CEB-8B4F-A4A5-9E144AC05308}" sibTransId="{FF01F140-A864-1F4A-9E26-148EF208C883}"/>
    <dgm:cxn modelId="{4C8238F5-ACD9-FE4B-A8CD-1988C4EEE2AD}" type="presOf" srcId="{0CAF5A64-733E-4C46-894F-093DE65FD13B}" destId="{1A227A17-E84D-EE41-B61B-FE21B838E613}" srcOrd="0" destOrd="0" presId="urn:microsoft.com/office/officeart/2005/8/layout/orgChart1"/>
    <dgm:cxn modelId="{7740FDF5-8FB2-DC45-91C8-8ADB0417CE5B}" srcId="{EA7CE616-30E6-3F4F-89C1-44E5AC482DFC}" destId="{0E6C66E4-1C4D-A247-9F41-6501204C9699}" srcOrd="2" destOrd="0" parTransId="{5DEA6109-C1FE-AA45-AF46-BD174D62F4C6}" sibTransId="{7A37DE04-8DC9-6947-9D0B-945C43128949}"/>
    <dgm:cxn modelId="{210FEFF8-5277-C944-ACEC-98216EDDF0FE}" type="presOf" srcId="{33F3B55C-440F-B948-95A9-84AA1313EEC5}" destId="{384684A6-6CEC-CD49-A99D-940C6AC12F3B}" srcOrd="1" destOrd="0" presId="urn:microsoft.com/office/officeart/2005/8/layout/orgChart1"/>
    <dgm:cxn modelId="{E3E327F9-19FE-9747-AC13-EE48C68481D2}" srcId="{38CCC40C-91F2-DF4D-9924-16145272738B}" destId="{27078715-07FC-724F-85C1-3F6DC18DE89F}" srcOrd="0" destOrd="0" parTransId="{D86BA47F-AB99-9144-BA7E-17DC7013E8A9}" sibTransId="{727F7694-3251-624E-B32B-782224CAD50E}"/>
    <dgm:cxn modelId="{020CEDFA-EA55-E74D-953E-9C03831D9771}" type="presOf" srcId="{B5D0D3E8-B795-3743-B29F-1695A75A0A32}" destId="{F77BD0F5-4C49-914E-BBF2-28FE4AEADA79}" srcOrd="1" destOrd="0" presId="urn:microsoft.com/office/officeart/2005/8/layout/orgChart1"/>
    <dgm:cxn modelId="{174564FE-D1C9-B74D-A0A9-BA84BA3F5962}" srcId="{737B4950-C266-6E45-9829-4E496D4C5CEA}" destId="{0CAF5A64-733E-4C46-894F-093DE65FD13B}" srcOrd="2" destOrd="0" parTransId="{1A4838F4-FB66-6C4B-AE01-392492209EFA}" sibTransId="{55A6749E-7812-E748-B45A-A7AB70960EA6}"/>
    <dgm:cxn modelId="{A057E843-54DE-B54D-A907-21EA82873F14}" type="presParOf" srcId="{0E281403-D2B0-9E4B-B270-D0C36855A987}" destId="{07995FCC-BA26-194C-A73F-813ACF86BC2A}" srcOrd="0" destOrd="0" presId="urn:microsoft.com/office/officeart/2005/8/layout/orgChart1"/>
    <dgm:cxn modelId="{12BC0086-E703-524C-B135-BBB73E4FBAC8}" type="presParOf" srcId="{07995FCC-BA26-194C-A73F-813ACF86BC2A}" destId="{2CCD008A-276D-FD45-8822-EDD61B1F1916}" srcOrd="0" destOrd="0" presId="urn:microsoft.com/office/officeart/2005/8/layout/orgChart1"/>
    <dgm:cxn modelId="{51F4104C-38A7-6948-A316-656C6E89EFA7}" type="presParOf" srcId="{2CCD008A-276D-FD45-8822-EDD61B1F1916}" destId="{1B4FA5AE-6D54-EC45-A6B8-44AAE9A6F5E5}" srcOrd="0" destOrd="0" presId="urn:microsoft.com/office/officeart/2005/8/layout/orgChart1"/>
    <dgm:cxn modelId="{14376D5C-7DA0-2741-B5F9-476EBEA3899A}" type="presParOf" srcId="{2CCD008A-276D-FD45-8822-EDD61B1F1916}" destId="{F34E717F-CEE8-1546-92E5-7C4BEC135981}" srcOrd="1" destOrd="0" presId="urn:microsoft.com/office/officeart/2005/8/layout/orgChart1"/>
    <dgm:cxn modelId="{3063F93D-2B94-4346-A1C0-3B61A04CDCFB}" type="presParOf" srcId="{07995FCC-BA26-194C-A73F-813ACF86BC2A}" destId="{2F94D01E-77E4-F34C-9DFF-501493338F48}" srcOrd="1" destOrd="0" presId="urn:microsoft.com/office/officeart/2005/8/layout/orgChart1"/>
    <dgm:cxn modelId="{1EA4DF00-3662-BC4D-8BD8-5EA952A8F411}" type="presParOf" srcId="{2F94D01E-77E4-F34C-9DFF-501493338F48}" destId="{F777DFC4-7111-154F-B309-9519F20588E6}" srcOrd="0" destOrd="0" presId="urn:microsoft.com/office/officeart/2005/8/layout/orgChart1"/>
    <dgm:cxn modelId="{075A0EC4-D424-564D-9A93-66F69851500C}" type="presParOf" srcId="{2F94D01E-77E4-F34C-9DFF-501493338F48}" destId="{B3C9114C-650F-9C48-B53C-348270EB54D3}" srcOrd="1" destOrd="0" presId="urn:microsoft.com/office/officeart/2005/8/layout/orgChart1"/>
    <dgm:cxn modelId="{7749F9DE-CBA8-7848-B47B-D27A887E8364}" type="presParOf" srcId="{B3C9114C-650F-9C48-B53C-348270EB54D3}" destId="{4D1DBBB9-4210-4440-A3AA-F69A0A374425}" srcOrd="0" destOrd="0" presId="urn:microsoft.com/office/officeart/2005/8/layout/orgChart1"/>
    <dgm:cxn modelId="{4B3DE0FB-39FF-FF4C-88F7-0235739997E8}" type="presParOf" srcId="{4D1DBBB9-4210-4440-A3AA-F69A0A374425}" destId="{2886F659-6E89-BF4A-9E9B-09623E8A0CC6}" srcOrd="0" destOrd="0" presId="urn:microsoft.com/office/officeart/2005/8/layout/orgChart1"/>
    <dgm:cxn modelId="{876C6B54-AEF3-0846-A89E-209B6118D0AE}" type="presParOf" srcId="{4D1DBBB9-4210-4440-A3AA-F69A0A374425}" destId="{349B1ED7-6B4C-2949-8D41-469C057AF3FD}" srcOrd="1" destOrd="0" presId="urn:microsoft.com/office/officeart/2005/8/layout/orgChart1"/>
    <dgm:cxn modelId="{6E06B9A0-A5D3-5B4D-B066-E85BAE44990E}" type="presParOf" srcId="{B3C9114C-650F-9C48-B53C-348270EB54D3}" destId="{3DCB72DC-CB38-B047-A0D5-559AA90D7B21}" srcOrd="1" destOrd="0" presId="urn:microsoft.com/office/officeart/2005/8/layout/orgChart1"/>
    <dgm:cxn modelId="{B3CBC32B-43DA-D04E-96EB-005F4E70989A}" type="presParOf" srcId="{3DCB72DC-CB38-B047-A0D5-559AA90D7B21}" destId="{EB4D5CBC-5CFD-E64E-94DC-D7DD6C39BABC}" srcOrd="0" destOrd="0" presId="urn:microsoft.com/office/officeart/2005/8/layout/orgChart1"/>
    <dgm:cxn modelId="{FF926D20-1870-AD4C-87ED-B74AEE3C0BD3}" type="presParOf" srcId="{3DCB72DC-CB38-B047-A0D5-559AA90D7B21}" destId="{AC061B37-1439-8D46-ADFB-32E0EF47EEB2}" srcOrd="1" destOrd="0" presId="urn:microsoft.com/office/officeart/2005/8/layout/orgChart1"/>
    <dgm:cxn modelId="{82142B98-33EB-E240-AFB9-E7ABEF97D87E}" type="presParOf" srcId="{AC061B37-1439-8D46-ADFB-32E0EF47EEB2}" destId="{DBD4CEE6-6172-474F-9A8C-F6441361EFB6}" srcOrd="0" destOrd="0" presId="urn:microsoft.com/office/officeart/2005/8/layout/orgChart1"/>
    <dgm:cxn modelId="{14B67A05-046F-5345-84D8-46B4A7614870}" type="presParOf" srcId="{DBD4CEE6-6172-474F-9A8C-F6441361EFB6}" destId="{B4FBC950-3436-5547-B874-96C0921DAD13}" srcOrd="0" destOrd="0" presId="urn:microsoft.com/office/officeart/2005/8/layout/orgChart1"/>
    <dgm:cxn modelId="{131DB603-CF93-B04C-B419-E589747A1660}" type="presParOf" srcId="{DBD4CEE6-6172-474F-9A8C-F6441361EFB6}" destId="{2BB3EFCB-3D1A-274B-9C8A-B21D61F4B3C5}" srcOrd="1" destOrd="0" presId="urn:microsoft.com/office/officeart/2005/8/layout/orgChart1"/>
    <dgm:cxn modelId="{821866D9-33FF-C340-BD95-448DA6E086DD}" type="presParOf" srcId="{AC061B37-1439-8D46-ADFB-32E0EF47EEB2}" destId="{8D4E4590-FB53-FE4D-BC19-7598AA14CF51}" srcOrd="1" destOrd="0" presId="urn:microsoft.com/office/officeart/2005/8/layout/orgChart1"/>
    <dgm:cxn modelId="{CBA340AA-BCFD-DC4C-809F-8C2258411457}" type="presParOf" srcId="{8D4E4590-FB53-FE4D-BC19-7598AA14CF51}" destId="{F4C5806A-A26E-9E4B-A002-DAC5BB735783}" srcOrd="0" destOrd="0" presId="urn:microsoft.com/office/officeart/2005/8/layout/orgChart1"/>
    <dgm:cxn modelId="{47A88B77-8676-C94E-AEE6-2AB54E976CA8}" type="presParOf" srcId="{8D4E4590-FB53-FE4D-BC19-7598AA14CF51}" destId="{106B23DB-EBB9-274B-ADA7-C66129162C8E}" srcOrd="1" destOrd="0" presId="urn:microsoft.com/office/officeart/2005/8/layout/orgChart1"/>
    <dgm:cxn modelId="{15231F91-AF83-F749-A181-BF2D3B94733F}" type="presParOf" srcId="{106B23DB-EBB9-274B-ADA7-C66129162C8E}" destId="{1AA5290E-569D-A142-86F9-1D872EF0FF8B}" srcOrd="0" destOrd="0" presId="urn:microsoft.com/office/officeart/2005/8/layout/orgChart1"/>
    <dgm:cxn modelId="{D857724D-C890-6545-87D4-59736C4AEFEC}" type="presParOf" srcId="{1AA5290E-569D-A142-86F9-1D872EF0FF8B}" destId="{B5E92A72-1DE6-5742-B2A4-87A019840CF8}" srcOrd="0" destOrd="0" presId="urn:microsoft.com/office/officeart/2005/8/layout/orgChart1"/>
    <dgm:cxn modelId="{AAA184A1-EFC2-BC43-8F07-8F09C43BE48D}" type="presParOf" srcId="{1AA5290E-569D-A142-86F9-1D872EF0FF8B}" destId="{1987BFDD-CEEB-554A-BA4D-F5639020C497}" srcOrd="1" destOrd="0" presId="urn:microsoft.com/office/officeart/2005/8/layout/orgChart1"/>
    <dgm:cxn modelId="{41A09D27-D60C-944E-8D9A-09C321D840ED}" type="presParOf" srcId="{106B23DB-EBB9-274B-ADA7-C66129162C8E}" destId="{83605553-0A5C-0246-AEF7-9BE52F600244}" srcOrd="1" destOrd="0" presId="urn:microsoft.com/office/officeart/2005/8/layout/orgChart1"/>
    <dgm:cxn modelId="{247B0BFC-2BA4-B642-94A4-9D05CD51016A}" type="presParOf" srcId="{106B23DB-EBB9-274B-ADA7-C66129162C8E}" destId="{1523C45D-DF0F-CF41-97DB-6EEA83AD0CD9}" srcOrd="2" destOrd="0" presId="urn:microsoft.com/office/officeart/2005/8/layout/orgChart1"/>
    <dgm:cxn modelId="{B9CD1A30-268C-4A48-9ED6-153CD3F1B704}" type="presParOf" srcId="{8D4E4590-FB53-FE4D-BC19-7598AA14CF51}" destId="{6D72278E-F3EE-B94E-B6BC-079C6921F85C}" srcOrd="2" destOrd="0" presId="urn:microsoft.com/office/officeart/2005/8/layout/orgChart1"/>
    <dgm:cxn modelId="{370E7620-FA29-5F45-AF7F-B738FF1A09AB}" type="presParOf" srcId="{8D4E4590-FB53-FE4D-BC19-7598AA14CF51}" destId="{85983954-AAF3-7845-94DB-51E5FF7CDC3F}" srcOrd="3" destOrd="0" presId="urn:microsoft.com/office/officeart/2005/8/layout/orgChart1"/>
    <dgm:cxn modelId="{BDDF75EE-FA11-3145-8D18-779CBBA2F1BF}" type="presParOf" srcId="{85983954-AAF3-7845-94DB-51E5FF7CDC3F}" destId="{9C430325-198A-5141-A468-E0A334B36639}" srcOrd="0" destOrd="0" presId="urn:microsoft.com/office/officeart/2005/8/layout/orgChart1"/>
    <dgm:cxn modelId="{D3FA438C-145E-9F43-8273-EA9AFF2BFEBB}" type="presParOf" srcId="{9C430325-198A-5141-A468-E0A334B36639}" destId="{A8CC9982-14E7-2B48-8423-654D545ED390}" srcOrd="0" destOrd="0" presId="urn:microsoft.com/office/officeart/2005/8/layout/orgChart1"/>
    <dgm:cxn modelId="{DC4B1A04-1513-4749-8636-A14C16C03C21}" type="presParOf" srcId="{9C430325-198A-5141-A468-E0A334B36639}" destId="{F77BD0F5-4C49-914E-BBF2-28FE4AEADA79}" srcOrd="1" destOrd="0" presId="urn:microsoft.com/office/officeart/2005/8/layout/orgChart1"/>
    <dgm:cxn modelId="{6681B117-D65B-834E-8C8A-5D5806A65F8B}" type="presParOf" srcId="{85983954-AAF3-7845-94DB-51E5FF7CDC3F}" destId="{63C44F13-2BF2-2A4F-AEDF-DD1DC16C5A1C}" srcOrd="1" destOrd="0" presId="urn:microsoft.com/office/officeart/2005/8/layout/orgChart1"/>
    <dgm:cxn modelId="{F4FF45C9-E196-2C4B-8BF9-EA0230BCDC8C}" type="presParOf" srcId="{85983954-AAF3-7845-94DB-51E5FF7CDC3F}" destId="{31BFB5FE-FC9B-4A4B-8659-FE45EB948132}" srcOrd="2" destOrd="0" presId="urn:microsoft.com/office/officeart/2005/8/layout/orgChart1"/>
    <dgm:cxn modelId="{86397066-D5B8-F543-97C8-92B846BD156B}" type="presParOf" srcId="{8D4E4590-FB53-FE4D-BC19-7598AA14CF51}" destId="{00DCA6B4-E75A-8446-9FFD-4F230A83C634}" srcOrd="4" destOrd="0" presId="urn:microsoft.com/office/officeart/2005/8/layout/orgChart1"/>
    <dgm:cxn modelId="{53FFDA14-00EF-2944-B434-8B1E59F2592D}" type="presParOf" srcId="{8D4E4590-FB53-FE4D-BC19-7598AA14CF51}" destId="{0EC08246-92C5-5047-9B42-E8FD9DA1C285}" srcOrd="5" destOrd="0" presId="urn:microsoft.com/office/officeart/2005/8/layout/orgChart1"/>
    <dgm:cxn modelId="{FFC2AC8C-C205-1A46-AECA-1002305DA3E2}" type="presParOf" srcId="{0EC08246-92C5-5047-9B42-E8FD9DA1C285}" destId="{32AA5D4C-06FD-7F42-8E3B-80DC76445FCB}" srcOrd="0" destOrd="0" presId="urn:microsoft.com/office/officeart/2005/8/layout/orgChart1"/>
    <dgm:cxn modelId="{346AE99D-4007-2A41-9318-7830DDC49FAB}" type="presParOf" srcId="{32AA5D4C-06FD-7F42-8E3B-80DC76445FCB}" destId="{1A227A17-E84D-EE41-B61B-FE21B838E613}" srcOrd="0" destOrd="0" presId="urn:microsoft.com/office/officeart/2005/8/layout/orgChart1"/>
    <dgm:cxn modelId="{A66E49BE-99FB-644F-951F-747D2F7B7D19}" type="presParOf" srcId="{32AA5D4C-06FD-7F42-8E3B-80DC76445FCB}" destId="{4887B337-9379-1F4E-B00C-34D60FC9C17C}" srcOrd="1" destOrd="0" presId="urn:microsoft.com/office/officeart/2005/8/layout/orgChart1"/>
    <dgm:cxn modelId="{598DBA46-40AD-6F4E-99C1-7E8F5F6F3146}" type="presParOf" srcId="{0EC08246-92C5-5047-9B42-E8FD9DA1C285}" destId="{B3F9EB7D-AB72-B54B-A39E-F5A3F61EEC9A}" srcOrd="1" destOrd="0" presId="urn:microsoft.com/office/officeart/2005/8/layout/orgChart1"/>
    <dgm:cxn modelId="{7B89C5F5-79F6-CF4C-B9CB-97E23C5950BD}" type="presParOf" srcId="{0EC08246-92C5-5047-9B42-E8FD9DA1C285}" destId="{91534E3C-1D5E-164F-BD35-1BDD6ED394C3}" srcOrd="2" destOrd="0" presId="urn:microsoft.com/office/officeart/2005/8/layout/orgChart1"/>
    <dgm:cxn modelId="{06527ABD-CF77-B942-8626-255B814A32AF}" type="presParOf" srcId="{8D4E4590-FB53-FE4D-BC19-7598AA14CF51}" destId="{FC95E3B0-8F33-3A49-80F7-A95073D97FAF}" srcOrd="6" destOrd="0" presId="urn:microsoft.com/office/officeart/2005/8/layout/orgChart1"/>
    <dgm:cxn modelId="{E219FDE1-C887-8F4C-BCE7-008520B871CA}" type="presParOf" srcId="{8D4E4590-FB53-FE4D-BC19-7598AA14CF51}" destId="{36FFFC56-5B8D-8A42-94B2-0C7A6DF897F2}" srcOrd="7" destOrd="0" presId="urn:microsoft.com/office/officeart/2005/8/layout/orgChart1"/>
    <dgm:cxn modelId="{70198BAF-D5CB-A94A-83AB-F6FFFBCB7142}" type="presParOf" srcId="{36FFFC56-5B8D-8A42-94B2-0C7A6DF897F2}" destId="{E7F89C47-07A9-D149-B28D-A6313EC57D33}" srcOrd="0" destOrd="0" presId="urn:microsoft.com/office/officeart/2005/8/layout/orgChart1"/>
    <dgm:cxn modelId="{F9717AD0-F313-C24C-BCF8-FA3506DF5A50}" type="presParOf" srcId="{E7F89C47-07A9-D149-B28D-A6313EC57D33}" destId="{3C297F35-3674-084B-9329-7F8EF3177344}" srcOrd="0" destOrd="0" presId="urn:microsoft.com/office/officeart/2005/8/layout/orgChart1"/>
    <dgm:cxn modelId="{6DA32E8B-07DA-344B-9731-0279BBCC5767}" type="presParOf" srcId="{E7F89C47-07A9-D149-B28D-A6313EC57D33}" destId="{1E23E091-540F-6442-A400-EB28FDF87CDD}" srcOrd="1" destOrd="0" presId="urn:microsoft.com/office/officeart/2005/8/layout/orgChart1"/>
    <dgm:cxn modelId="{9C514AB2-DACE-5E48-A0EA-9D3A5225D26B}" type="presParOf" srcId="{36FFFC56-5B8D-8A42-94B2-0C7A6DF897F2}" destId="{59FDE5FD-172E-C14E-BC8A-B771808EDDD2}" srcOrd="1" destOrd="0" presId="urn:microsoft.com/office/officeart/2005/8/layout/orgChart1"/>
    <dgm:cxn modelId="{F6ED47A0-C7F6-9148-BD67-F0501C03C1E2}" type="presParOf" srcId="{36FFFC56-5B8D-8A42-94B2-0C7A6DF897F2}" destId="{7D375CCB-62AB-B447-B9B0-700320E06F77}" srcOrd="2" destOrd="0" presId="urn:microsoft.com/office/officeart/2005/8/layout/orgChart1"/>
    <dgm:cxn modelId="{0F42EF49-FD00-5942-A22D-123B1466B2DB}" type="presParOf" srcId="{AC061B37-1439-8D46-ADFB-32E0EF47EEB2}" destId="{9577CC4D-03F4-0E43-870D-5BF14A68EA99}" srcOrd="2" destOrd="0" presId="urn:microsoft.com/office/officeart/2005/8/layout/orgChart1"/>
    <dgm:cxn modelId="{ACDDE46C-A9E2-0C4D-81F7-1F18B5092EEB}" type="presParOf" srcId="{3DCB72DC-CB38-B047-A0D5-559AA90D7B21}" destId="{C4E2BFB1-2EA0-1F4A-82B4-ABE891E932D4}" srcOrd="2" destOrd="0" presId="urn:microsoft.com/office/officeart/2005/8/layout/orgChart1"/>
    <dgm:cxn modelId="{4A0ED2D0-61BE-894B-8C7A-C8E05514DAAF}" type="presParOf" srcId="{3DCB72DC-CB38-B047-A0D5-559AA90D7B21}" destId="{35606105-E21E-3741-AEEA-48DAF5D491C8}" srcOrd="3" destOrd="0" presId="urn:microsoft.com/office/officeart/2005/8/layout/orgChart1"/>
    <dgm:cxn modelId="{473C14DD-8B92-7346-B028-06A438FB470B}" type="presParOf" srcId="{35606105-E21E-3741-AEEA-48DAF5D491C8}" destId="{366B7E7B-3413-6547-9491-0153B740E51C}" srcOrd="0" destOrd="0" presId="urn:microsoft.com/office/officeart/2005/8/layout/orgChart1"/>
    <dgm:cxn modelId="{A846D196-FC48-C74E-9FDB-1477650B1676}" type="presParOf" srcId="{366B7E7B-3413-6547-9491-0153B740E51C}" destId="{4A003CC7-CC23-8745-8939-193C1E158901}" srcOrd="0" destOrd="0" presId="urn:microsoft.com/office/officeart/2005/8/layout/orgChart1"/>
    <dgm:cxn modelId="{540A4777-FA6D-2444-9E55-74EB6F72369A}" type="presParOf" srcId="{366B7E7B-3413-6547-9491-0153B740E51C}" destId="{32D3E684-A284-C24B-A176-9C7F3839C399}" srcOrd="1" destOrd="0" presId="urn:microsoft.com/office/officeart/2005/8/layout/orgChart1"/>
    <dgm:cxn modelId="{AAFF0144-A877-8E41-98A0-EBD396485618}" type="presParOf" srcId="{35606105-E21E-3741-AEEA-48DAF5D491C8}" destId="{D47C255B-2720-C242-9DC8-4DD9019561C3}" srcOrd="1" destOrd="0" presId="urn:microsoft.com/office/officeart/2005/8/layout/orgChart1"/>
    <dgm:cxn modelId="{6C97D252-5EDE-AF4F-AE66-27768260B7BB}" type="presParOf" srcId="{D47C255B-2720-C242-9DC8-4DD9019561C3}" destId="{F7C396C5-F04D-0049-A91D-C8ACF52F3BA5}" srcOrd="0" destOrd="0" presId="urn:microsoft.com/office/officeart/2005/8/layout/orgChart1"/>
    <dgm:cxn modelId="{A330C708-436D-364A-8809-F265F158C5E4}" type="presParOf" srcId="{D47C255B-2720-C242-9DC8-4DD9019561C3}" destId="{0966D764-14C3-7942-831D-017D5E6E1E99}" srcOrd="1" destOrd="0" presId="urn:microsoft.com/office/officeart/2005/8/layout/orgChart1"/>
    <dgm:cxn modelId="{AF33715D-E59A-AC41-873E-1F6ABA614292}" type="presParOf" srcId="{0966D764-14C3-7942-831D-017D5E6E1E99}" destId="{51A8E487-435F-6443-B918-179D344D09D3}" srcOrd="0" destOrd="0" presId="urn:microsoft.com/office/officeart/2005/8/layout/orgChart1"/>
    <dgm:cxn modelId="{DA196871-C09F-774C-A9AF-89684FE83AFF}" type="presParOf" srcId="{51A8E487-435F-6443-B918-179D344D09D3}" destId="{14A255AF-1673-7644-8DF7-86489B12401C}" srcOrd="0" destOrd="0" presId="urn:microsoft.com/office/officeart/2005/8/layout/orgChart1"/>
    <dgm:cxn modelId="{2C6D542C-F549-0B4B-885A-EEF29E58CC51}" type="presParOf" srcId="{51A8E487-435F-6443-B918-179D344D09D3}" destId="{3F71694B-32A0-3B40-ABBE-1CCC1EF13530}" srcOrd="1" destOrd="0" presId="urn:microsoft.com/office/officeart/2005/8/layout/orgChart1"/>
    <dgm:cxn modelId="{C973CF1C-C66E-6F44-AFB8-FA7F898CEF58}" type="presParOf" srcId="{0966D764-14C3-7942-831D-017D5E6E1E99}" destId="{93979C63-D27B-0744-959D-A35E240D3C54}" srcOrd="1" destOrd="0" presId="urn:microsoft.com/office/officeart/2005/8/layout/orgChart1"/>
    <dgm:cxn modelId="{A0457FD5-3CC9-9E4E-98A3-5106AADB470B}" type="presParOf" srcId="{0966D764-14C3-7942-831D-017D5E6E1E99}" destId="{4CCD96DD-B77A-5748-B0FE-16D1655516EC}" srcOrd="2" destOrd="0" presId="urn:microsoft.com/office/officeart/2005/8/layout/orgChart1"/>
    <dgm:cxn modelId="{DA2D7A55-54BE-394C-B849-810ACBB36926}" type="presParOf" srcId="{D47C255B-2720-C242-9DC8-4DD9019561C3}" destId="{B8FE4AFB-EBD3-EA4C-B16B-2FC370616CD3}" srcOrd="2" destOrd="0" presId="urn:microsoft.com/office/officeart/2005/8/layout/orgChart1"/>
    <dgm:cxn modelId="{5C7D0443-30BF-0544-9DDC-BA850D28B1CD}" type="presParOf" srcId="{D47C255B-2720-C242-9DC8-4DD9019561C3}" destId="{C436139A-6E74-A748-A3DB-4BD98DA1A226}" srcOrd="3" destOrd="0" presId="urn:microsoft.com/office/officeart/2005/8/layout/orgChart1"/>
    <dgm:cxn modelId="{AF052535-9B3E-014E-B294-60DE64DE5194}" type="presParOf" srcId="{C436139A-6E74-A748-A3DB-4BD98DA1A226}" destId="{89C3A576-EB3F-BA43-81C1-576A3AF97340}" srcOrd="0" destOrd="0" presId="urn:microsoft.com/office/officeart/2005/8/layout/orgChart1"/>
    <dgm:cxn modelId="{4BF42E78-5590-B240-99BC-EFD34832D284}" type="presParOf" srcId="{89C3A576-EB3F-BA43-81C1-576A3AF97340}" destId="{0D4EE3D3-840D-3E4D-A89D-08C23105C712}" srcOrd="0" destOrd="0" presId="urn:microsoft.com/office/officeart/2005/8/layout/orgChart1"/>
    <dgm:cxn modelId="{6D1F6301-0D8A-E449-9B78-2DD92C15B0C6}" type="presParOf" srcId="{89C3A576-EB3F-BA43-81C1-576A3AF97340}" destId="{1AC52274-9E80-A248-8CE5-C5A7C3F6B707}" srcOrd="1" destOrd="0" presId="urn:microsoft.com/office/officeart/2005/8/layout/orgChart1"/>
    <dgm:cxn modelId="{8A01098C-11E2-AD48-81FE-A25CCB2EB431}" type="presParOf" srcId="{C436139A-6E74-A748-A3DB-4BD98DA1A226}" destId="{F94C6E39-2F68-7B42-983B-FD7090E04637}" srcOrd="1" destOrd="0" presId="urn:microsoft.com/office/officeart/2005/8/layout/orgChart1"/>
    <dgm:cxn modelId="{25B57C0F-D17C-0D4D-A4C8-1FBD824DB20C}" type="presParOf" srcId="{C436139A-6E74-A748-A3DB-4BD98DA1A226}" destId="{44FA3D1D-D4BA-7A41-B1CA-8E8C9BA62D48}" srcOrd="2" destOrd="0" presId="urn:microsoft.com/office/officeart/2005/8/layout/orgChart1"/>
    <dgm:cxn modelId="{4BB28DDC-92F4-4046-96F9-EDB714D536CB}" type="presParOf" srcId="{D47C255B-2720-C242-9DC8-4DD9019561C3}" destId="{C7ED0B91-EA5C-914F-BFF4-585C84358883}" srcOrd="4" destOrd="0" presId="urn:microsoft.com/office/officeart/2005/8/layout/orgChart1"/>
    <dgm:cxn modelId="{5232EAF9-E356-E440-B512-137094966B73}" type="presParOf" srcId="{D47C255B-2720-C242-9DC8-4DD9019561C3}" destId="{D29BBF16-D271-A449-8CAF-FE5BFDB728B8}" srcOrd="5" destOrd="0" presId="urn:microsoft.com/office/officeart/2005/8/layout/orgChart1"/>
    <dgm:cxn modelId="{D6BE8EC5-F07A-6347-83CB-0551F970854B}" type="presParOf" srcId="{D29BBF16-D271-A449-8CAF-FE5BFDB728B8}" destId="{AD7544BE-3397-914B-9B35-46540AAFBD20}" srcOrd="0" destOrd="0" presId="urn:microsoft.com/office/officeart/2005/8/layout/orgChart1"/>
    <dgm:cxn modelId="{AE131E70-BC59-9842-AE54-DCFB4BCF4639}" type="presParOf" srcId="{AD7544BE-3397-914B-9B35-46540AAFBD20}" destId="{8D801C39-A2D2-FF49-B278-48B59A8FF682}" srcOrd="0" destOrd="0" presId="urn:microsoft.com/office/officeart/2005/8/layout/orgChart1"/>
    <dgm:cxn modelId="{C9F211E6-7C3E-C04D-8CD4-74B8BF26A71C}" type="presParOf" srcId="{AD7544BE-3397-914B-9B35-46540AAFBD20}" destId="{D5943A0D-5343-F740-976D-6404C54DB166}" srcOrd="1" destOrd="0" presId="urn:microsoft.com/office/officeart/2005/8/layout/orgChart1"/>
    <dgm:cxn modelId="{0FD27238-F0F6-2541-AFA7-A0A40FA88490}" type="presParOf" srcId="{D29BBF16-D271-A449-8CAF-FE5BFDB728B8}" destId="{5710385F-F6DF-5349-9B80-487C3798AA2F}" srcOrd="1" destOrd="0" presId="urn:microsoft.com/office/officeart/2005/8/layout/orgChart1"/>
    <dgm:cxn modelId="{EB05D83F-7582-604E-AC96-3E2D493423BF}" type="presParOf" srcId="{D29BBF16-D271-A449-8CAF-FE5BFDB728B8}" destId="{B7D3CA67-B21C-7245-8C08-E6133D8989D8}" srcOrd="2" destOrd="0" presId="urn:microsoft.com/office/officeart/2005/8/layout/orgChart1"/>
    <dgm:cxn modelId="{F4D1017F-8421-364F-8671-2198B9DD6D45}" type="presParOf" srcId="{D47C255B-2720-C242-9DC8-4DD9019561C3}" destId="{C0B3CD80-71DF-6845-A34E-8A097B583F74}" srcOrd="6" destOrd="0" presId="urn:microsoft.com/office/officeart/2005/8/layout/orgChart1"/>
    <dgm:cxn modelId="{4F8FB738-9599-7F42-8A13-A8B089913053}" type="presParOf" srcId="{D47C255B-2720-C242-9DC8-4DD9019561C3}" destId="{D29B6A7D-62DF-CC4B-9499-1721F7172651}" srcOrd="7" destOrd="0" presId="urn:microsoft.com/office/officeart/2005/8/layout/orgChart1"/>
    <dgm:cxn modelId="{FBF06B1F-21D5-3741-ADFB-EB3F55D805E8}" type="presParOf" srcId="{D29B6A7D-62DF-CC4B-9499-1721F7172651}" destId="{6169170D-95C2-004C-86B9-2EF84634B54B}" srcOrd="0" destOrd="0" presId="urn:microsoft.com/office/officeart/2005/8/layout/orgChart1"/>
    <dgm:cxn modelId="{8B8E988C-CCA7-8343-9EDA-6B506C8CE85D}" type="presParOf" srcId="{6169170D-95C2-004C-86B9-2EF84634B54B}" destId="{D963FF8A-3BB1-3A49-8E69-5FCC1776714B}" srcOrd="0" destOrd="0" presId="urn:microsoft.com/office/officeart/2005/8/layout/orgChart1"/>
    <dgm:cxn modelId="{49B57A46-D35C-2C49-8617-50413A5B33A7}" type="presParOf" srcId="{6169170D-95C2-004C-86B9-2EF84634B54B}" destId="{61BCFD2F-E510-0A41-B0D0-BACD7378B2BD}" srcOrd="1" destOrd="0" presId="urn:microsoft.com/office/officeart/2005/8/layout/orgChart1"/>
    <dgm:cxn modelId="{77A07125-A836-9543-B48B-B49B38B3C043}" type="presParOf" srcId="{D29B6A7D-62DF-CC4B-9499-1721F7172651}" destId="{81F7AD81-3614-1E40-992F-577A8E2CFA0A}" srcOrd="1" destOrd="0" presId="urn:microsoft.com/office/officeart/2005/8/layout/orgChart1"/>
    <dgm:cxn modelId="{8DA40561-A6D6-284C-8C16-89D04FF9AC58}" type="presParOf" srcId="{D29B6A7D-62DF-CC4B-9499-1721F7172651}" destId="{84F9647D-911B-6346-B5DA-C2639E4499A7}" srcOrd="2" destOrd="0" presId="urn:microsoft.com/office/officeart/2005/8/layout/orgChart1"/>
    <dgm:cxn modelId="{63BD7F69-9AD1-E84D-8264-B6D7E428230D}" type="presParOf" srcId="{35606105-E21E-3741-AEEA-48DAF5D491C8}" destId="{D3715E39-D072-7F48-AA32-32B52F68D3EA}" srcOrd="2" destOrd="0" presId="urn:microsoft.com/office/officeart/2005/8/layout/orgChart1"/>
    <dgm:cxn modelId="{44D200B2-85C9-4742-8C38-9FDA2D823A10}" type="presParOf" srcId="{B3C9114C-650F-9C48-B53C-348270EB54D3}" destId="{51EB7D5B-8373-994C-9B47-B5BCB42716A9}" srcOrd="2" destOrd="0" presId="urn:microsoft.com/office/officeart/2005/8/layout/orgChart1"/>
    <dgm:cxn modelId="{6977AEAD-61D8-8943-8344-EBF939980CFC}" type="presParOf" srcId="{2F94D01E-77E4-F34C-9DFF-501493338F48}" destId="{CB4246F8-540D-F047-9DAA-4403379F4330}" srcOrd="2" destOrd="0" presId="urn:microsoft.com/office/officeart/2005/8/layout/orgChart1"/>
    <dgm:cxn modelId="{9A40BDE1-AF94-2946-A081-3226842142D7}" type="presParOf" srcId="{2F94D01E-77E4-F34C-9DFF-501493338F48}" destId="{551EFE48-E4F4-E647-80DD-0389C98AB8B2}" srcOrd="3" destOrd="0" presId="urn:microsoft.com/office/officeart/2005/8/layout/orgChart1"/>
    <dgm:cxn modelId="{5060E125-4833-CE4D-9306-7D5211810562}" type="presParOf" srcId="{551EFE48-E4F4-E647-80DD-0389C98AB8B2}" destId="{AC10F897-BE0E-EB48-84C7-48EDCB03A49A}" srcOrd="0" destOrd="0" presId="urn:microsoft.com/office/officeart/2005/8/layout/orgChart1"/>
    <dgm:cxn modelId="{035B7DC5-BE77-4E49-A0CE-2D32A9F233B8}" type="presParOf" srcId="{AC10F897-BE0E-EB48-84C7-48EDCB03A49A}" destId="{0BEB55F5-161A-D747-9B25-E36462DB434A}" srcOrd="0" destOrd="0" presId="urn:microsoft.com/office/officeart/2005/8/layout/orgChart1"/>
    <dgm:cxn modelId="{EE27E105-8C6C-1349-82AD-3BC7CA1D381D}" type="presParOf" srcId="{AC10F897-BE0E-EB48-84C7-48EDCB03A49A}" destId="{7A9B6E53-D8B3-F344-9BF3-6219CEE9C1FC}" srcOrd="1" destOrd="0" presId="urn:microsoft.com/office/officeart/2005/8/layout/orgChart1"/>
    <dgm:cxn modelId="{427CAB89-7400-4D44-9622-0080D8F6E39B}" type="presParOf" srcId="{551EFE48-E4F4-E647-80DD-0389C98AB8B2}" destId="{7EB34334-405F-5346-9B7A-485359610212}" srcOrd="1" destOrd="0" presId="urn:microsoft.com/office/officeart/2005/8/layout/orgChart1"/>
    <dgm:cxn modelId="{400D8E2C-FACD-0F49-83E1-AD6BA1D1C495}" type="presParOf" srcId="{7EB34334-405F-5346-9B7A-485359610212}" destId="{743172C3-3363-F54F-9FA3-3950DF47F2B4}" srcOrd="0" destOrd="0" presId="urn:microsoft.com/office/officeart/2005/8/layout/orgChart1"/>
    <dgm:cxn modelId="{2857C6A2-E49F-164A-996D-92DAA6471B4D}" type="presParOf" srcId="{7EB34334-405F-5346-9B7A-485359610212}" destId="{622B0D67-15A5-E243-A850-C65DF55FD773}" srcOrd="1" destOrd="0" presId="urn:microsoft.com/office/officeart/2005/8/layout/orgChart1"/>
    <dgm:cxn modelId="{134F6944-F7DD-174C-A7AB-A7D1594D6CD3}" type="presParOf" srcId="{622B0D67-15A5-E243-A850-C65DF55FD773}" destId="{B8201774-E2DA-7642-91F2-6375D188B412}" srcOrd="0" destOrd="0" presId="urn:microsoft.com/office/officeart/2005/8/layout/orgChart1"/>
    <dgm:cxn modelId="{365EB612-550D-1749-A541-ADE62710F8F9}" type="presParOf" srcId="{B8201774-E2DA-7642-91F2-6375D188B412}" destId="{2A289A3D-8DE1-004D-9E92-FA08A37AE63D}" srcOrd="0" destOrd="0" presId="urn:microsoft.com/office/officeart/2005/8/layout/orgChart1"/>
    <dgm:cxn modelId="{CFFDF73D-A1BD-6843-A557-8A523596011A}" type="presParOf" srcId="{B8201774-E2DA-7642-91F2-6375D188B412}" destId="{4FAF10BB-4810-2E44-9F56-CEFC4734CFB5}" srcOrd="1" destOrd="0" presId="urn:microsoft.com/office/officeart/2005/8/layout/orgChart1"/>
    <dgm:cxn modelId="{5D467304-968A-6842-927A-3009CFB449F9}" type="presParOf" srcId="{622B0D67-15A5-E243-A850-C65DF55FD773}" destId="{26D1800C-628A-1144-8328-0AA174230E68}" srcOrd="1" destOrd="0" presId="urn:microsoft.com/office/officeart/2005/8/layout/orgChart1"/>
    <dgm:cxn modelId="{E252E66E-9059-3E44-B167-938B9577A59F}" type="presParOf" srcId="{26D1800C-628A-1144-8328-0AA174230E68}" destId="{B9F063A2-72B0-7344-9CBA-40794A7EC370}" srcOrd="0" destOrd="0" presId="urn:microsoft.com/office/officeart/2005/8/layout/orgChart1"/>
    <dgm:cxn modelId="{B07FFBD3-3FED-5D4B-BB60-89B7D2DC3357}" type="presParOf" srcId="{26D1800C-628A-1144-8328-0AA174230E68}" destId="{A192B167-D667-DF45-98E0-6E5BA7EEF1FC}" srcOrd="1" destOrd="0" presId="urn:microsoft.com/office/officeart/2005/8/layout/orgChart1"/>
    <dgm:cxn modelId="{C36430AF-DA95-CA40-9600-8D57AC176ED6}" type="presParOf" srcId="{A192B167-D667-DF45-98E0-6E5BA7EEF1FC}" destId="{F10C08F4-C3FD-2A4A-ADAD-A4CC59A5DF7E}" srcOrd="0" destOrd="0" presId="urn:microsoft.com/office/officeart/2005/8/layout/orgChart1"/>
    <dgm:cxn modelId="{C1B082B3-D3F3-AA47-BF29-49E3AD05717E}" type="presParOf" srcId="{F10C08F4-C3FD-2A4A-ADAD-A4CC59A5DF7E}" destId="{2BC2E83E-9DC0-804A-BFC3-51BC6986B490}" srcOrd="0" destOrd="0" presId="urn:microsoft.com/office/officeart/2005/8/layout/orgChart1"/>
    <dgm:cxn modelId="{75F8EEC7-0766-F640-8329-FF2FFD9FEC04}" type="presParOf" srcId="{F10C08F4-C3FD-2A4A-ADAD-A4CC59A5DF7E}" destId="{A99A09A5-2725-AF4D-BFDE-6965B350D0FB}" srcOrd="1" destOrd="0" presId="urn:microsoft.com/office/officeart/2005/8/layout/orgChart1"/>
    <dgm:cxn modelId="{F71C2D38-93F7-C245-9395-10A844749E3F}" type="presParOf" srcId="{A192B167-D667-DF45-98E0-6E5BA7EEF1FC}" destId="{6454F000-E789-1749-8C31-213C072D7AB6}" srcOrd="1" destOrd="0" presId="urn:microsoft.com/office/officeart/2005/8/layout/orgChart1"/>
    <dgm:cxn modelId="{F01867AD-CCAD-2544-A35C-F3A8A355F4A2}" type="presParOf" srcId="{A192B167-D667-DF45-98E0-6E5BA7EEF1FC}" destId="{43B58612-DB14-954D-93EA-74F447794720}" srcOrd="2" destOrd="0" presId="urn:microsoft.com/office/officeart/2005/8/layout/orgChart1"/>
    <dgm:cxn modelId="{F2E2FA23-FE0A-5548-BDE4-53898A67190E}" type="presParOf" srcId="{26D1800C-628A-1144-8328-0AA174230E68}" destId="{42373F27-7D27-9340-91BF-2DC9EBBCF90C}" srcOrd="2" destOrd="0" presId="urn:microsoft.com/office/officeart/2005/8/layout/orgChart1"/>
    <dgm:cxn modelId="{59A04B7D-9774-AB48-83E4-B0B4A1DD30D9}" type="presParOf" srcId="{26D1800C-628A-1144-8328-0AA174230E68}" destId="{127B45B9-FCF9-D840-A1E3-C6CBF2C76595}" srcOrd="3" destOrd="0" presId="urn:microsoft.com/office/officeart/2005/8/layout/orgChart1"/>
    <dgm:cxn modelId="{2DAC492D-CB42-4A41-B4B8-F09135D407C4}" type="presParOf" srcId="{127B45B9-FCF9-D840-A1E3-C6CBF2C76595}" destId="{9F51B8A9-39B8-2F43-A8E3-E603CF98FF2A}" srcOrd="0" destOrd="0" presId="urn:microsoft.com/office/officeart/2005/8/layout/orgChart1"/>
    <dgm:cxn modelId="{8CB0FE02-55F2-9E49-BF91-D722FC649AFB}" type="presParOf" srcId="{9F51B8A9-39B8-2F43-A8E3-E603CF98FF2A}" destId="{3A96F12F-2D19-7041-B8C3-BEFBCB904A3D}" srcOrd="0" destOrd="0" presId="urn:microsoft.com/office/officeart/2005/8/layout/orgChart1"/>
    <dgm:cxn modelId="{48A20277-8A02-D640-82EB-75F18D9EDE82}" type="presParOf" srcId="{9F51B8A9-39B8-2F43-A8E3-E603CF98FF2A}" destId="{384684A6-6CEC-CD49-A99D-940C6AC12F3B}" srcOrd="1" destOrd="0" presId="urn:microsoft.com/office/officeart/2005/8/layout/orgChart1"/>
    <dgm:cxn modelId="{DF10FE95-F8F4-674C-AECF-77B41014B4D2}" type="presParOf" srcId="{127B45B9-FCF9-D840-A1E3-C6CBF2C76595}" destId="{E8B09071-9C8A-2C45-9530-D801ED3AF719}" srcOrd="1" destOrd="0" presId="urn:microsoft.com/office/officeart/2005/8/layout/orgChart1"/>
    <dgm:cxn modelId="{9293D5C5-5504-CA4C-AFFC-21DB1493DA46}" type="presParOf" srcId="{127B45B9-FCF9-D840-A1E3-C6CBF2C76595}" destId="{F985E6FB-5034-A947-9F5B-5272B5082900}" srcOrd="2" destOrd="0" presId="urn:microsoft.com/office/officeart/2005/8/layout/orgChart1"/>
    <dgm:cxn modelId="{B11ECD10-0ED0-E644-801B-FD561B810942}" type="presParOf" srcId="{26D1800C-628A-1144-8328-0AA174230E68}" destId="{14B3B670-23C0-5843-9CEB-780FB9085DCB}" srcOrd="4" destOrd="0" presId="urn:microsoft.com/office/officeart/2005/8/layout/orgChart1"/>
    <dgm:cxn modelId="{32815C92-6E55-D64D-92F8-B14AC8304840}" type="presParOf" srcId="{26D1800C-628A-1144-8328-0AA174230E68}" destId="{B5CB81CE-4244-B447-9625-9A6178D328CF}" srcOrd="5" destOrd="0" presId="urn:microsoft.com/office/officeart/2005/8/layout/orgChart1"/>
    <dgm:cxn modelId="{F8478782-6040-444C-8325-59058B776A84}" type="presParOf" srcId="{B5CB81CE-4244-B447-9625-9A6178D328CF}" destId="{DEFE7B54-4C41-F044-AE40-81798204C40D}" srcOrd="0" destOrd="0" presId="urn:microsoft.com/office/officeart/2005/8/layout/orgChart1"/>
    <dgm:cxn modelId="{112AC9A5-1A46-C84D-AD58-FC8048AC1ADE}" type="presParOf" srcId="{DEFE7B54-4C41-F044-AE40-81798204C40D}" destId="{593D2933-859A-2B48-9193-D14D3B62BC45}" srcOrd="0" destOrd="0" presId="urn:microsoft.com/office/officeart/2005/8/layout/orgChart1"/>
    <dgm:cxn modelId="{EA891F8C-4F89-6949-A5DE-4E45A3499097}" type="presParOf" srcId="{DEFE7B54-4C41-F044-AE40-81798204C40D}" destId="{0018F980-F012-1F44-ADA6-E37FDA2FAA70}" srcOrd="1" destOrd="0" presId="urn:microsoft.com/office/officeart/2005/8/layout/orgChart1"/>
    <dgm:cxn modelId="{086359B5-3B27-604F-BCE4-2C1107CC79A8}" type="presParOf" srcId="{B5CB81CE-4244-B447-9625-9A6178D328CF}" destId="{D6C049B1-07D6-1C41-8EC4-1E2C53FC0F7F}" srcOrd="1" destOrd="0" presId="urn:microsoft.com/office/officeart/2005/8/layout/orgChart1"/>
    <dgm:cxn modelId="{0D3A6323-23CF-164E-9336-DF188D05F14D}" type="presParOf" srcId="{B5CB81CE-4244-B447-9625-9A6178D328CF}" destId="{94FAAB3A-0B20-CD4D-AC91-3668FC720E1C}" srcOrd="2" destOrd="0" presId="urn:microsoft.com/office/officeart/2005/8/layout/orgChart1"/>
    <dgm:cxn modelId="{AE5E7D08-0B8B-6E45-9986-39A4792D9B93}" type="presParOf" srcId="{26D1800C-628A-1144-8328-0AA174230E68}" destId="{27E5F664-9037-B44F-BB94-D693F21A54DE}" srcOrd="6" destOrd="0" presId="urn:microsoft.com/office/officeart/2005/8/layout/orgChart1"/>
    <dgm:cxn modelId="{849446D6-12F6-1F4E-A46C-FF1AB7E844BE}" type="presParOf" srcId="{26D1800C-628A-1144-8328-0AA174230E68}" destId="{58DA07C4-E531-EB4A-A88A-D82EB0D511FA}" srcOrd="7" destOrd="0" presId="urn:microsoft.com/office/officeart/2005/8/layout/orgChart1"/>
    <dgm:cxn modelId="{B67F4E2B-C767-1A47-8731-1CCB362B816E}" type="presParOf" srcId="{58DA07C4-E531-EB4A-A88A-D82EB0D511FA}" destId="{C44A3A30-CCA5-BA48-A0FF-8FDA56969A4A}" srcOrd="0" destOrd="0" presId="urn:microsoft.com/office/officeart/2005/8/layout/orgChart1"/>
    <dgm:cxn modelId="{6429419E-8591-BC40-AC14-6E94981A8FA0}" type="presParOf" srcId="{C44A3A30-CCA5-BA48-A0FF-8FDA56969A4A}" destId="{053CCF76-7AB2-8949-BB66-8E063219DFA0}" srcOrd="0" destOrd="0" presId="urn:microsoft.com/office/officeart/2005/8/layout/orgChart1"/>
    <dgm:cxn modelId="{CC42C025-BACA-8C47-9409-171C857611F7}" type="presParOf" srcId="{C44A3A30-CCA5-BA48-A0FF-8FDA56969A4A}" destId="{1DB7E04F-3C35-794B-AA2B-079E358C0B63}" srcOrd="1" destOrd="0" presId="urn:microsoft.com/office/officeart/2005/8/layout/orgChart1"/>
    <dgm:cxn modelId="{13254977-941D-924B-AFB9-9AF41C3FEE1D}" type="presParOf" srcId="{58DA07C4-E531-EB4A-A88A-D82EB0D511FA}" destId="{473AE510-9DEF-E743-A9E2-534D5288E151}" srcOrd="1" destOrd="0" presId="urn:microsoft.com/office/officeart/2005/8/layout/orgChart1"/>
    <dgm:cxn modelId="{82546682-5299-0A4C-9654-282D00A08E88}" type="presParOf" srcId="{58DA07C4-E531-EB4A-A88A-D82EB0D511FA}" destId="{CA0A6B49-CB2D-2244-888B-D33218992042}" srcOrd="2" destOrd="0" presId="urn:microsoft.com/office/officeart/2005/8/layout/orgChart1"/>
    <dgm:cxn modelId="{1EA1DE2D-1564-1E40-A839-AED254313B74}" type="presParOf" srcId="{622B0D67-15A5-E243-A850-C65DF55FD773}" destId="{D398CFC9-8AD6-4647-999B-79B22ABCF351}" srcOrd="2" destOrd="0" presId="urn:microsoft.com/office/officeart/2005/8/layout/orgChart1"/>
    <dgm:cxn modelId="{7C6784EE-E422-A44C-AA32-E903B23C6A71}" type="presParOf" srcId="{7EB34334-405F-5346-9B7A-485359610212}" destId="{6C822C9E-835E-5645-AF5D-7834466D4748}" srcOrd="2" destOrd="0" presId="urn:microsoft.com/office/officeart/2005/8/layout/orgChart1"/>
    <dgm:cxn modelId="{3EE6578E-727B-934D-B2E9-F7B78FC9E3C1}" type="presParOf" srcId="{7EB34334-405F-5346-9B7A-485359610212}" destId="{A11D60BE-D709-7D46-9CC9-0FAAFA76395C}" srcOrd="3" destOrd="0" presId="urn:microsoft.com/office/officeart/2005/8/layout/orgChart1"/>
    <dgm:cxn modelId="{A0740B3C-84CD-1C43-B2EB-326933E4F127}" type="presParOf" srcId="{A11D60BE-D709-7D46-9CC9-0FAAFA76395C}" destId="{6A66F812-0EE5-6E4E-BA54-E3E0E051D1CE}" srcOrd="0" destOrd="0" presId="urn:microsoft.com/office/officeart/2005/8/layout/orgChart1"/>
    <dgm:cxn modelId="{DF9D10B7-9F4B-714C-847A-D086A0216A91}" type="presParOf" srcId="{6A66F812-0EE5-6E4E-BA54-E3E0E051D1CE}" destId="{9ABB7012-2C3A-1F45-A584-55AC9607BB7D}" srcOrd="0" destOrd="0" presId="urn:microsoft.com/office/officeart/2005/8/layout/orgChart1"/>
    <dgm:cxn modelId="{62039446-2789-9148-B180-B2D6ACE282DE}" type="presParOf" srcId="{6A66F812-0EE5-6E4E-BA54-E3E0E051D1CE}" destId="{B6487BCC-6F97-2843-9712-E2CC5D7D8649}" srcOrd="1" destOrd="0" presId="urn:microsoft.com/office/officeart/2005/8/layout/orgChart1"/>
    <dgm:cxn modelId="{641AE1C7-835C-F54C-A883-57CDA43FAED6}" type="presParOf" srcId="{A11D60BE-D709-7D46-9CC9-0FAAFA76395C}" destId="{C221ABC6-CDB1-804B-BCE5-1D29AFD0F171}" srcOrd="1" destOrd="0" presId="urn:microsoft.com/office/officeart/2005/8/layout/orgChart1"/>
    <dgm:cxn modelId="{FAFCE2EC-9B9E-AC46-A356-38246C1C10AD}" type="presParOf" srcId="{C221ABC6-CDB1-804B-BCE5-1D29AFD0F171}" destId="{F68C7770-90D7-FC40-AC4C-8602AABEC0DB}" srcOrd="0" destOrd="0" presId="urn:microsoft.com/office/officeart/2005/8/layout/orgChart1"/>
    <dgm:cxn modelId="{AD20E495-A2BC-2947-A38B-2E46CC1D16E3}" type="presParOf" srcId="{C221ABC6-CDB1-804B-BCE5-1D29AFD0F171}" destId="{C12B0E33-2FD6-8E45-9AE0-22D33D1FB92C}" srcOrd="1" destOrd="0" presId="urn:microsoft.com/office/officeart/2005/8/layout/orgChart1"/>
    <dgm:cxn modelId="{B5EF9570-6855-6E4D-8D47-C7737F8E55C2}" type="presParOf" srcId="{C12B0E33-2FD6-8E45-9AE0-22D33D1FB92C}" destId="{71B004D5-4768-6C49-88D6-A4104C5AC29C}" srcOrd="0" destOrd="0" presId="urn:microsoft.com/office/officeart/2005/8/layout/orgChart1"/>
    <dgm:cxn modelId="{4138C6A2-0073-DF48-85FC-C4CBACEF9168}" type="presParOf" srcId="{71B004D5-4768-6C49-88D6-A4104C5AC29C}" destId="{B8474793-D878-8B43-9297-13AC7D2B788C}" srcOrd="0" destOrd="0" presId="urn:microsoft.com/office/officeart/2005/8/layout/orgChart1"/>
    <dgm:cxn modelId="{5B338208-AC9C-AA40-9020-3F81DEF8F366}" type="presParOf" srcId="{71B004D5-4768-6C49-88D6-A4104C5AC29C}" destId="{5C82F085-A76C-224F-B2D6-7E2D00D997DD}" srcOrd="1" destOrd="0" presId="urn:microsoft.com/office/officeart/2005/8/layout/orgChart1"/>
    <dgm:cxn modelId="{542A3535-FD9B-0644-B1EF-5C1BE16197C0}" type="presParOf" srcId="{C12B0E33-2FD6-8E45-9AE0-22D33D1FB92C}" destId="{57C986C3-B952-8C45-A73B-66DE641A13EA}" srcOrd="1" destOrd="0" presId="urn:microsoft.com/office/officeart/2005/8/layout/orgChart1"/>
    <dgm:cxn modelId="{887E6013-679F-8F4B-BDB7-362A241EDF43}" type="presParOf" srcId="{C12B0E33-2FD6-8E45-9AE0-22D33D1FB92C}" destId="{8A249020-8694-6E46-8FA0-D618A6E0B894}" srcOrd="2" destOrd="0" presId="urn:microsoft.com/office/officeart/2005/8/layout/orgChart1"/>
    <dgm:cxn modelId="{A87519C4-853E-2B46-BAF1-C044CEDD7593}" type="presParOf" srcId="{C221ABC6-CDB1-804B-BCE5-1D29AFD0F171}" destId="{A65ACF43-C188-6145-BB86-10045174F37E}" srcOrd="2" destOrd="0" presId="urn:microsoft.com/office/officeart/2005/8/layout/orgChart1"/>
    <dgm:cxn modelId="{BC9CD9FA-3357-7E4A-92BB-44B6CCEEFB6B}" type="presParOf" srcId="{C221ABC6-CDB1-804B-BCE5-1D29AFD0F171}" destId="{E38800AE-1A51-4D4C-99C8-EB80ADF102DA}" srcOrd="3" destOrd="0" presId="urn:microsoft.com/office/officeart/2005/8/layout/orgChart1"/>
    <dgm:cxn modelId="{ED3C74C2-DFC8-4649-BAD5-E5C13E593D0C}" type="presParOf" srcId="{E38800AE-1A51-4D4C-99C8-EB80ADF102DA}" destId="{D59970E8-DDDE-E14A-A5CE-6AE346192D0D}" srcOrd="0" destOrd="0" presId="urn:microsoft.com/office/officeart/2005/8/layout/orgChart1"/>
    <dgm:cxn modelId="{E66D7D83-67C8-2345-9EFA-902F50A65BB5}" type="presParOf" srcId="{D59970E8-DDDE-E14A-A5CE-6AE346192D0D}" destId="{F632952D-8F91-5845-BCF8-F68919DB3EF9}" srcOrd="0" destOrd="0" presId="urn:microsoft.com/office/officeart/2005/8/layout/orgChart1"/>
    <dgm:cxn modelId="{A3F7CBFF-7556-5B4B-8A10-02DB051EB9B5}" type="presParOf" srcId="{D59970E8-DDDE-E14A-A5CE-6AE346192D0D}" destId="{CF06700D-2E94-E144-B169-A18F22EF4667}" srcOrd="1" destOrd="0" presId="urn:microsoft.com/office/officeart/2005/8/layout/orgChart1"/>
    <dgm:cxn modelId="{6DAD1368-D796-D149-9F21-FC24F2A7767B}" type="presParOf" srcId="{E38800AE-1A51-4D4C-99C8-EB80ADF102DA}" destId="{0EF61E9A-51AB-1649-AD2A-92F98608B626}" srcOrd="1" destOrd="0" presId="urn:microsoft.com/office/officeart/2005/8/layout/orgChart1"/>
    <dgm:cxn modelId="{0A8A1752-199D-D042-AE3E-07EA669BD49E}" type="presParOf" srcId="{E38800AE-1A51-4D4C-99C8-EB80ADF102DA}" destId="{ED8A3910-111B-3546-9DC1-BA61AB51EF21}" srcOrd="2" destOrd="0" presId="urn:microsoft.com/office/officeart/2005/8/layout/orgChart1"/>
    <dgm:cxn modelId="{0F1BCE7E-2F01-D545-81AF-E4EA62D72649}" type="presParOf" srcId="{C221ABC6-CDB1-804B-BCE5-1D29AFD0F171}" destId="{903B2477-238B-1D43-B313-1634EC18F9C2}" srcOrd="4" destOrd="0" presId="urn:microsoft.com/office/officeart/2005/8/layout/orgChart1"/>
    <dgm:cxn modelId="{789D1D79-0200-1142-B972-086992B6C4EE}" type="presParOf" srcId="{C221ABC6-CDB1-804B-BCE5-1D29AFD0F171}" destId="{3196B345-35DD-9F40-A789-838AB7ACA9B1}" srcOrd="5" destOrd="0" presId="urn:microsoft.com/office/officeart/2005/8/layout/orgChart1"/>
    <dgm:cxn modelId="{36547055-8217-0C47-B8FD-14AF6A856195}" type="presParOf" srcId="{3196B345-35DD-9F40-A789-838AB7ACA9B1}" destId="{F8776890-FE1F-B942-990D-FF76B6AF43F6}" srcOrd="0" destOrd="0" presId="urn:microsoft.com/office/officeart/2005/8/layout/orgChart1"/>
    <dgm:cxn modelId="{90CFF9E2-4755-7B40-B470-6CAEAF3B8B4D}" type="presParOf" srcId="{F8776890-FE1F-B942-990D-FF76B6AF43F6}" destId="{D1529639-8CAA-7C44-8C7C-9AE13CA132E1}" srcOrd="0" destOrd="0" presId="urn:microsoft.com/office/officeart/2005/8/layout/orgChart1"/>
    <dgm:cxn modelId="{963C8409-0E72-8E42-8EDD-A0171D27A198}" type="presParOf" srcId="{F8776890-FE1F-B942-990D-FF76B6AF43F6}" destId="{920085A5-CDB3-CD4C-93B8-9CD84E43832E}" srcOrd="1" destOrd="0" presId="urn:microsoft.com/office/officeart/2005/8/layout/orgChart1"/>
    <dgm:cxn modelId="{5B2DB898-976F-2C44-9A67-B157895E9795}" type="presParOf" srcId="{3196B345-35DD-9F40-A789-838AB7ACA9B1}" destId="{2196E5D4-1E1F-5641-B9EF-EB8CF5D88D99}" srcOrd="1" destOrd="0" presId="urn:microsoft.com/office/officeart/2005/8/layout/orgChart1"/>
    <dgm:cxn modelId="{C68097EF-979E-6842-8672-4224B38C3F93}" type="presParOf" srcId="{3196B345-35DD-9F40-A789-838AB7ACA9B1}" destId="{BC55D468-405C-8D41-A757-BD5CBDBEB9AF}" srcOrd="2" destOrd="0" presId="urn:microsoft.com/office/officeart/2005/8/layout/orgChart1"/>
    <dgm:cxn modelId="{B6CCFC15-6EE5-A04D-BDE1-1CA93056D887}" type="presParOf" srcId="{C221ABC6-CDB1-804B-BCE5-1D29AFD0F171}" destId="{E433BE2A-E85B-EB45-8C5E-107586FDF0C5}" srcOrd="6" destOrd="0" presId="urn:microsoft.com/office/officeart/2005/8/layout/orgChart1"/>
    <dgm:cxn modelId="{6B8A0CEF-CEE1-4344-ABE9-EEB35D034948}" type="presParOf" srcId="{C221ABC6-CDB1-804B-BCE5-1D29AFD0F171}" destId="{CDBD86BD-F52B-B143-937D-10D17542FD9E}" srcOrd="7" destOrd="0" presId="urn:microsoft.com/office/officeart/2005/8/layout/orgChart1"/>
    <dgm:cxn modelId="{9F2EFD4C-7504-8341-8582-0C2DB3177CE3}" type="presParOf" srcId="{CDBD86BD-F52B-B143-937D-10D17542FD9E}" destId="{7700D875-9B5B-CF44-B534-934A4A039D96}" srcOrd="0" destOrd="0" presId="urn:microsoft.com/office/officeart/2005/8/layout/orgChart1"/>
    <dgm:cxn modelId="{7F6EEA8C-3A89-084E-93C7-4AA83A6CDF99}" type="presParOf" srcId="{7700D875-9B5B-CF44-B534-934A4A039D96}" destId="{06D5A8DA-59C7-834F-888B-23FD809D34EE}" srcOrd="0" destOrd="0" presId="urn:microsoft.com/office/officeart/2005/8/layout/orgChart1"/>
    <dgm:cxn modelId="{93C7BD13-9712-6744-B96C-0D86A2B07180}" type="presParOf" srcId="{7700D875-9B5B-CF44-B534-934A4A039D96}" destId="{1172A2D9-1971-6244-B41A-6BCD7D48913F}" srcOrd="1" destOrd="0" presId="urn:microsoft.com/office/officeart/2005/8/layout/orgChart1"/>
    <dgm:cxn modelId="{00D94F5E-74CC-1C43-8688-D4C6356D36CC}" type="presParOf" srcId="{CDBD86BD-F52B-B143-937D-10D17542FD9E}" destId="{67AE6E47-4E1D-9F49-8FAC-73DF62ECF87E}" srcOrd="1" destOrd="0" presId="urn:microsoft.com/office/officeart/2005/8/layout/orgChart1"/>
    <dgm:cxn modelId="{B0474EF4-5CD5-784F-B740-B4E27CFA1700}" type="presParOf" srcId="{CDBD86BD-F52B-B143-937D-10D17542FD9E}" destId="{C53DE536-B8C3-A442-A883-BA5558746C42}" srcOrd="2" destOrd="0" presId="urn:microsoft.com/office/officeart/2005/8/layout/orgChart1"/>
    <dgm:cxn modelId="{BA2DD301-8B38-1245-B69E-B2FCBA4452AB}" type="presParOf" srcId="{A11D60BE-D709-7D46-9CC9-0FAAFA76395C}" destId="{26C2D325-22A3-CF4E-B37E-A847CF815492}" srcOrd="2" destOrd="0" presId="urn:microsoft.com/office/officeart/2005/8/layout/orgChart1"/>
    <dgm:cxn modelId="{724F7956-9460-E24E-9835-700C5D4C804D}" type="presParOf" srcId="{551EFE48-E4F4-E647-80DD-0389C98AB8B2}" destId="{517B4D64-22C2-4546-9238-B4B6638DF77F}" srcOrd="2" destOrd="0" presId="urn:microsoft.com/office/officeart/2005/8/layout/orgChart1"/>
    <dgm:cxn modelId="{D922BEE7-8DE2-4F4E-A388-4F41D098496B}" type="presParOf" srcId="{07995FCC-BA26-194C-A73F-813ACF86BC2A}" destId="{3ACED839-46BC-E745-9E5C-475BB15821D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FF79B9-8A4E-2846-8389-DA2539AC0E91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FBA6F8E-9722-274D-8EB3-81DF6DADB165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Physical Data Structures</a:t>
          </a:r>
        </a:p>
      </dgm:t>
    </dgm:pt>
    <dgm:pt modelId="{83A5552F-15A5-454E-9A48-5CE64CA84788}" type="parTrans" cxnId="{77AAF989-F65E-4144-98EE-71D6AB1FC101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BA1CB0-422D-7A47-8C5B-7D81A0859563}" type="sibTrans" cxnId="{77AAF989-F65E-4144-98EE-71D6AB1FC101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E48158-7719-E149-A865-C6594D4EBE39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Linked Storage Structure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4E4977-0767-6B4F-B722-EA8CD6AFC73F}" type="parTrans" cxnId="{66668050-C745-0648-B9CF-21CD366AFC93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C468B7-B1D5-7B44-ACCA-FC082847756C}" type="sibTrans" cxnId="{66668050-C745-0648-B9CF-21CD366AFC93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FA0EE6-A0BE-4C40-BE6C-7F12FD4643ED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Singly Linked List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1C897C-7F20-8443-AAFD-FE1B78D08CAF}" type="parTrans" cxnId="{7DB96ECA-CCC1-2B44-9B10-4CF460E07B55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49E0D-91EF-1445-B078-86E7D0F9D84F}" type="sibTrans" cxnId="{7DB96ECA-CCC1-2B44-9B10-4CF460E07B55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7CE616-30E6-3F4F-89C1-44E5AC482DFC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Doubly Linked List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C78B52-94E4-714E-9A14-F7E05080D0B9}" type="parTrans" cxnId="{01180936-F2C9-4740-B3DF-603DC6F605F2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C90A7-5746-214F-8FDD-318370DC07C8}" type="sibTrans" cxnId="{01180936-F2C9-4740-B3DF-603DC6F605F2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5322EC-29D0-BE4B-9E81-485EC64B34AD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Sequential Storage Structure</a:t>
          </a:r>
        </a:p>
      </dgm:t>
    </dgm:pt>
    <dgm:pt modelId="{D7F6F72D-83F3-1542-AB0B-A0F79919C62A}" type="parTrans" cxnId="{DC52FA45-1309-ED45-8506-4E8B7115E34A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BC3EFF-EC14-124E-B87C-2C9303E4E0D9}" type="sibTrans" cxnId="{DC52FA45-1309-ED45-8506-4E8B7115E34A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7B4950-C266-6E45-9829-4E496D4C5CEA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Compact Arrays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75CBB5-8761-9946-BD17-CD458C435D86}" type="parTrans" cxnId="{CB70906B-19AC-8E4D-A4D4-303597F95074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E90349-F5FA-5B4C-B383-C2E2DCF9A2F2}" type="sibTrans" cxnId="{CB70906B-19AC-8E4D-A4D4-303597F95074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CCC40C-91F2-DF4D-9924-16145272738B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Referential Arrays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AB89B8-2CEB-8B4F-A4A5-9E144AC05308}" type="parTrans" cxnId="{C5A9A3EE-BD6B-0D46-A851-A92501CC2EBF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01F140-A864-1F4A-9E26-148EF208C883}" type="sibTrans" cxnId="{C5A9A3EE-BD6B-0D46-A851-A92501CC2EBF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281403-D2B0-9E4B-B270-D0C36855A987}" type="pres">
      <dgm:prSet presAssocID="{25FF79B9-8A4E-2846-8389-DA2539AC0E9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7995FCC-BA26-194C-A73F-813ACF86BC2A}" type="pres">
      <dgm:prSet presAssocID="{FFBA6F8E-9722-274D-8EB3-81DF6DADB165}" presName="hierRoot1" presStyleCnt="0">
        <dgm:presLayoutVars>
          <dgm:hierBranch val="init"/>
        </dgm:presLayoutVars>
      </dgm:prSet>
      <dgm:spPr/>
    </dgm:pt>
    <dgm:pt modelId="{2CCD008A-276D-FD45-8822-EDD61B1F1916}" type="pres">
      <dgm:prSet presAssocID="{FFBA6F8E-9722-274D-8EB3-81DF6DADB165}" presName="rootComposite1" presStyleCnt="0"/>
      <dgm:spPr/>
    </dgm:pt>
    <dgm:pt modelId="{1B4FA5AE-6D54-EC45-A6B8-44AAE9A6F5E5}" type="pres">
      <dgm:prSet presAssocID="{FFBA6F8E-9722-274D-8EB3-81DF6DADB165}" presName="rootText1" presStyleLbl="node0" presStyleIdx="0" presStyleCnt="1">
        <dgm:presLayoutVars>
          <dgm:chPref val="3"/>
        </dgm:presLayoutVars>
      </dgm:prSet>
      <dgm:spPr/>
    </dgm:pt>
    <dgm:pt modelId="{F34E717F-CEE8-1546-92E5-7C4BEC135981}" type="pres">
      <dgm:prSet presAssocID="{FFBA6F8E-9722-274D-8EB3-81DF6DADB165}" presName="rootConnector1" presStyleLbl="node1" presStyleIdx="0" presStyleCnt="0"/>
      <dgm:spPr/>
    </dgm:pt>
    <dgm:pt modelId="{2F94D01E-77E4-F34C-9DFF-501493338F48}" type="pres">
      <dgm:prSet presAssocID="{FFBA6F8E-9722-274D-8EB3-81DF6DADB165}" presName="hierChild2" presStyleCnt="0"/>
      <dgm:spPr/>
    </dgm:pt>
    <dgm:pt modelId="{F777DFC4-7111-154F-B309-9519F20588E6}" type="pres">
      <dgm:prSet presAssocID="{D7F6F72D-83F3-1542-AB0B-A0F79919C62A}" presName="Name37" presStyleLbl="parChTrans1D2" presStyleIdx="0" presStyleCnt="2"/>
      <dgm:spPr/>
    </dgm:pt>
    <dgm:pt modelId="{B3C9114C-650F-9C48-B53C-348270EB54D3}" type="pres">
      <dgm:prSet presAssocID="{615322EC-29D0-BE4B-9E81-485EC64B34AD}" presName="hierRoot2" presStyleCnt="0">
        <dgm:presLayoutVars>
          <dgm:hierBranch val="init"/>
        </dgm:presLayoutVars>
      </dgm:prSet>
      <dgm:spPr/>
    </dgm:pt>
    <dgm:pt modelId="{4D1DBBB9-4210-4440-A3AA-F69A0A374425}" type="pres">
      <dgm:prSet presAssocID="{615322EC-29D0-BE4B-9E81-485EC64B34AD}" presName="rootComposite" presStyleCnt="0"/>
      <dgm:spPr/>
    </dgm:pt>
    <dgm:pt modelId="{2886F659-6E89-BF4A-9E9B-09623E8A0CC6}" type="pres">
      <dgm:prSet presAssocID="{615322EC-29D0-BE4B-9E81-485EC64B34AD}" presName="rootText" presStyleLbl="node2" presStyleIdx="0" presStyleCnt="2">
        <dgm:presLayoutVars>
          <dgm:chPref val="3"/>
        </dgm:presLayoutVars>
      </dgm:prSet>
      <dgm:spPr/>
    </dgm:pt>
    <dgm:pt modelId="{349B1ED7-6B4C-2949-8D41-469C057AF3FD}" type="pres">
      <dgm:prSet presAssocID="{615322EC-29D0-BE4B-9E81-485EC64B34AD}" presName="rootConnector" presStyleLbl="node2" presStyleIdx="0" presStyleCnt="2"/>
      <dgm:spPr/>
    </dgm:pt>
    <dgm:pt modelId="{3DCB72DC-CB38-B047-A0D5-559AA90D7B21}" type="pres">
      <dgm:prSet presAssocID="{615322EC-29D0-BE4B-9E81-485EC64B34AD}" presName="hierChild4" presStyleCnt="0"/>
      <dgm:spPr/>
    </dgm:pt>
    <dgm:pt modelId="{EB4D5CBC-5CFD-E64E-94DC-D7DD6C39BABC}" type="pres">
      <dgm:prSet presAssocID="{B575CBB5-8761-9946-BD17-CD458C435D86}" presName="Name37" presStyleLbl="parChTrans1D3" presStyleIdx="0" presStyleCnt="4"/>
      <dgm:spPr/>
    </dgm:pt>
    <dgm:pt modelId="{AC061B37-1439-8D46-ADFB-32E0EF47EEB2}" type="pres">
      <dgm:prSet presAssocID="{737B4950-C266-6E45-9829-4E496D4C5CEA}" presName="hierRoot2" presStyleCnt="0">
        <dgm:presLayoutVars>
          <dgm:hierBranch val="init"/>
        </dgm:presLayoutVars>
      </dgm:prSet>
      <dgm:spPr/>
    </dgm:pt>
    <dgm:pt modelId="{DBD4CEE6-6172-474F-9A8C-F6441361EFB6}" type="pres">
      <dgm:prSet presAssocID="{737B4950-C266-6E45-9829-4E496D4C5CEA}" presName="rootComposite" presStyleCnt="0"/>
      <dgm:spPr/>
    </dgm:pt>
    <dgm:pt modelId="{B4FBC950-3436-5547-B874-96C0921DAD13}" type="pres">
      <dgm:prSet presAssocID="{737B4950-C266-6E45-9829-4E496D4C5CEA}" presName="rootText" presStyleLbl="node3" presStyleIdx="0" presStyleCnt="4">
        <dgm:presLayoutVars>
          <dgm:chPref val="3"/>
        </dgm:presLayoutVars>
      </dgm:prSet>
      <dgm:spPr/>
    </dgm:pt>
    <dgm:pt modelId="{2BB3EFCB-3D1A-274B-9C8A-B21D61F4B3C5}" type="pres">
      <dgm:prSet presAssocID="{737B4950-C266-6E45-9829-4E496D4C5CEA}" presName="rootConnector" presStyleLbl="node3" presStyleIdx="0" presStyleCnt="4"/>
      <dgm:spPr/>
    </dgm:pt>
    <dgm:pt modelId="{8D4E4590-FB53-FE4D-BC19-7598AA14CF51}" type="pres">
      <dgm:prSet presAssocID="{737B4950-C266-6E45-9829-4E496D4C5CEA}" presName="hierChild4" presStyleCnt="0"/>
      <dgm:spPr/>
    </dgm:pt>
    <dgm:pt modelId="{9577CC4D-03F4-0E43-870D-5BF14A68EA99}" type="pres">
      <dgm:prSet presAssocID="{737B4950-C266-6E45-9829-4E496D4C5CEA}" presName="hierChild5" presStyleCnt="0"/>
      <dgm:spPr/>
    </dgm:pt>
    <dgm:pt modelId="{C4E2BFB1-2EA0-1F4A-82B4-ABE891E932D4}" type="pres">
      <dgm:prSet presAssocID="{53AB89B8-2CEB-8B4F-A4A5-9E144AC05308}" presName="Name37" presStyleLbl="parChTrans1D3" presStyleIdx="1" presStyleCnt="4"/>
      <dgm:spPr/>
    </dgm:pt>
    <dgm:pt modelId="{35606105-E21E-3741-AEEA-48DAF5D491C8}" type="pres">
      <dgm:prSet presAssocID="{38CCC40C-91F2-DF4D-9924-16145272738B}" presName="hierRoot2" presStyleCnt="0">
        <dgm:presLayoutVars>
          <dgm:hierBranch val="init"/>
        </dgm:presLayoutVars>
      </dgm:prSet>
      <dgm:spPr/>
    </dgm:pt>
    <dgm:pt modelId="{366B7E7B-3413-6547-9491-0153B740E51C}" type="pres">
      <dgm:prSet presAssocID="{38CCC40C-91F2-DF4D-9924-16145272738B}" presName="rootComposite" presStyleCnt="0"/>
      <dgm:spPr/>
    </dgm:pt>
    <dgm:pt modelId="{4A003CC7-CC23-8745-8939-193C1E158901}" type="pres">
      <dgm:prSet presAssocID="{38CCC40C-91F2-DF4D-9924-16145272738B}" presName="rootText" presStyleLbl="node3" presStyleIdx="1" presStyleCnt="4">
        <dgm:presLayoutVars>
          <dgm:chPref val="3"/>
        </dgm:presLayoutVars>
      </dgm:prSet>
      <dgm:spPr/>
    </dgm:pt>
    <dgm:pt modelId="{32D3E684-A284-C24B-A176-9C7F3839C399}" type="pres">
      <dgm:prSet presAssocID="{38CCC40C-91F2-DF4D-9924-16145272738B}" presName="rootConnector" presStyleLbl="node3" presStyleIdx="1" presStyleCnt="4"/>
      <dgm:spPr/>
    </dgm:pt>
    <dgm:pt modelId="{D47C255B-2720-C242-9DC8-4DD9019561C3}" type="pres">
      <dgm:prSet presAssocID="{38CCC40C-91F2-DF4D-9924-16145272738B}" presName="hierChild4" presStyleCnt="0"/>
      <dgm:spPr/>
    </dgm:pt>
    <dgm:pt modelId="{D3715E39-D072-7F48-AA32-32B52F68D3EA}" type="pres">
      <dgm:prSet presAssocID="{38CCC40C-91F2-DF4D-9924-16145272738B}" presName="hierChild5" presStyleCnt="0"/>
      <dgm:spPr/>
    </dgm:pt>
    <dgm:pt modelId="{51EB7D5B-8373-994C-9B47-B5BCB42716A9}" type="pres">
      <dgm:prSet presAssocID="{615322EC-29D0-BE4B-9E81-485EC64B34AD}" presName="hierChild5" presStyleCnt="0"/>
      <dgm:spPr/>
    </dgm:pt>
    <dgm:pt modelId="{CB4246F8-540D-F047-9DAA-4403379F4330}" type="pres">
      <dgm:prSet presAssocID="{8A4E4977-0767-6B4F-B722-EA8CD6AFC73F}" presName="Name37" presStyleLbl="parChTrans1D2" presStyleIdx="1" presStyleCnt="2"/>
      <dgm:spPr/>
    </dgm:pt>
    <dgm:pt modelId="{551EFE48-E4F4-E647-80DD-0389C98AB8B2}" type="pres">
      <dgm:prSet presAssocID="{C1E48158-7719-E149-A865-C6594D4EBE39}" presName="hierRoot2" presStyleCnt="0">
        <dgm:presLayoutVars>
          <dgm:hierBranch val="init"/>
        </dgm:presLayoutVars>
      </dgm:prSet>
      <dgm:spPr/>
    </dgm:pt>
    <dgm:pt modelId="{AC10F897-BE0E-EB48-84C7-48EDCB03A49A}" type="pres">
      <dgm:prSet presAssocID="{C1E48158-7719-E149-A865-C6594D4EBE39}" presName="rootComposite" presStyleCnt="0"/>
      <dgm:spPr/>
    </dgm:pt>
    <dgm:pt modelId="{0BEB55F5-161A-D747-9B25-E36462DB434A}" type="pres">
      <dgm:prSet presAssocID="{C1E48158-7719-E149-A865-C6594D4EBE39}" presName="rootText" presStyleLbl="node2" presStyleIdx="1" presStyleCnt="2">
        <dgm:presLayoutVars>
          <dgm:chPref val="3"/>
        </dgm:presLayoutVars>
      </dgm:prSet>
      <dgm:spPr/>
    </dgm:pt>
    <dgm:pt modelId="{7A9B6E53-D8B3-F344-9BF3-6219CEE9C1FC}" type="pres">
      <dgm:prSet presAssocID="{C1E48158-7719-E149-A865-C6594D4EBE39}" presName="rootConnector" presStyleLbl="node2" presStyleIdx="1" presStyleCnt="2"/>
      <dgm:spPr/>
    </dgm:pt>
    <dgm:pt modelId="{7EB34334-405F-5346-9B7A-485359610212}" type="pres">
      <dgm:prSet presAssocID="{C1E48158-7719-E149-A865-C6594D4EBE39}" presName="hierChild4" presStyleCnt="0"/>
      <dgm:spPr/>
    </dgm:pt>
    <dgm:pt modelId="{743172C3-3363-F54F-9FA3-3950DF47F2B4}" type="pres">
      <dgm:prSet presAssocID="{8C1C897C-7F20-8443-AAFD-FE1B78D08CAF}" presName="Name37" presStyleLbl="parChTrans1D3" presStyleIdx="2" presStyleCnt="4"/>
      <dgm:spPr/>
    </dgm:pt>
    <dgm:pt modelId="{622B0D67-15A5-E243-A850-C65DF55FD773}" type="pres">
      <dgm:prSet presAssocID="{86FA0EE6-A0BE-4C40-BE6C-7F12FD4643ED}" presName="hierRoot2" presStyleCnt="0">
        <dgm:presLayoutVars>
          <dgm:hierBranch val="init"/>
        </dgm:presLayoutVars>
      </dgm:prSet>
      <dgm:spPr/>
    </dgm:pt>
    <dgm:pt modelId="{B8201774-E2DA-7642-91F2-6375D188B412}" type="pres">
      <dgm:prSet presAssocID="{86FA0EE6-A0BE-4C40-BE6C-7F12FD4643ED}" presName="rootComposite" presStyleCnt="0"/>
      <dgm:spPr/>
    </dgm:pt>
    <dgm:pt modelId="{2A289A3D-8DE1-004D-9E92-FA08A37AE63D}" type="pres">
      <dgm:prSet presAssocID="{86FA0EE6-A0BE-4C40-BE6C-7F12FD4643ED}" presName="rootText" presStyleLbl="node3" presStyleIdx="2" presStyleCnt="4">
        <dgm:presLayoutVars>
          <dgm:chPref val="3"/>
        </dgm:presLayoutVars>
      </dgm:prSet>
      <dgm:spPr/>
    </dgm:pt>
    <dgm:pt modelId="{4FAF10BB-4810-2E44-9F56-CEFC4734CFB5}" type="pres">
      <dgm:prSet presAssocID="{86FA0EE6-A0BE-4C40-BE6C-7F12FD4643ED}" presName="rootConnector" presStyleLbl="node3" presStyleIdx="2" presStyleCnt="4"/>
      <dgm:spPr/>
    </dgm:pt>
    <dgm:pt modelId="{26D1800C-628A-1144-8328-0AA174230E68}" type="pres">
      <dgm:prSet presAssocID="{86FA0EE6-A0BE-4C40-BE6C-7F12FD4643ED}" presName="hierChild4" presStyleCnt="0"/>
      <dgm:spPr/>
    </dgm:pt>
    <dgm:pt modelId="{D398CFC9-8AD6-4647-999B-79B22ABCF351}" type="pres">
      <dgm:prSet presAssocID="{86FA0EE6-A0BE-4C40-BE6C-7F12FD4643ED}" presName="hierChild5" presStyleCnt="0"/>
      <dgm:spPr/>
    </dgm:pt>
    <dgm:pt modelId="{6C822C9E-835E-5645-AF5D-7834466D4748}" type="pres">
      <dgm:prSet presAssocID="{99C78B52-94E4-714E-9A14-F7E05080D0B9}" presName="Name37" presStyleLbl="parChTrans1D3" presStyleIdx="3" presStyleCnt="4"/>
      <dgm:spPr/>
    </dgm:pt>
    <dgm:pt modelId="{A11D60BE-D709-7D46-9CC9-0FAAFA76395C}" type="pres">
      <dgm:prSet presAssocID="{EA7CE616-30E6-3F4F-89C1-44E5AC482DFC}" presName="hierRoot2" presStyleCnt="0">
        <dgm:presLayoutVars>
          <dgm:hierBranch val="init"/>
        </dgm:presLayoutVars>
      </dgm:prSet>
      <dgm:spPr/>
    </dgm:pt>
    <dgm:pt modelId="{6A66F812-0EE5-6E4E-BA54-E3E0E051D1CE}" type="pres">
      <dgm:prSet presAssocID="{EA7CE616-30E6-3F4F-89C1-44E5AC482DFC}" presName="rootComposite" presStyleCnt="0"/>
      <dgm:spPr/>
    </dgm:pt>
    <dgm:pt modelId="{9ABB7012-2C3A-1F45-A584-55AC9607BB7D}" type="pres">
      <dgm:prSet presAssocID="{EA7CE616-30E6-3F4F-89C1-44E5AC482DFC}" presName="rootText" presStyleLbl="node3" presStyleIdx="3" presStyleCnt="4">
        <dgm:presLayoutVars>
          <dgm:chPref val="3"/>
        </dgm:presLayoutVars>
      </dgm:prSet>
      <dgm:spPr/>
    </dgm:pt>
    <dgm:pt modelId="{B6487BCC-6F97-2843-9712-E2CC5D7D8649}" type="pres">
      <dgm:prSet presAssocID="{EA7CE616-30E6-3F4F-89C1-44E5AC482DFC}" presName="rootConnector" presStyleLbl="node3" presStyleIdx="3" presStyleCnt="4"/>
      <dgm:spPr/>
    </dgm:pt>
    <dgm:pt modelId="{C221ABC6-CDB1-804B-BCE5-1D29AFD0F171}" type="pres">
      <dgm:prSet presAssocID="{EA7CE616-30E6-3F4F-89C1-44E5AC482DFC}" presName="hierChild4" presStyleCnt="0"/>
      <dgm:spPr/>
    </dgm:pt>
    <dgm:pt modelId="{26C2D325-22A3-CF4E-B37E-A847CF815492}" type="pres">
      <dgm:prSet presAssocID="{EA7CE616-30E6-3F4F-89C1-44E5AC482DFC}" presName="hierChild5" presStyleCnt="0"/>
      <dgm:spPr/>
    </dgm:pt>
    <dgm:pt modelId="{517B4D64-22C2-4546-9238-B4B6638DF77F}" type="pres">
      <dgm:prSet presAssocID="{C1E48158-7719-E149-A865-C6594D4EBE39}" presName="hierChild5" presStyleCnt="0"/>
      <dgm:spPr/>
    </dgm:pt>
    <dgm:pt modelId="{3ACED839-46BC-E745-9E5C-475BB15821D6}" type="pres">
      <dgm:prSet presAssocID="{FFBA6F8E-9722-274D-8EB3-81DF6DADB165}" presName="hierChild3" presStyleCnt="0"/>
      <dgm:spPr/>
    </dgm:pt>
  </dgm:ptLst>
  <dgm:cxnLst>
    <dgm:cxn modelId="{1B2C3714-B42C-CE43-B72B-1844C7BBCD4D}" type="presOf" srcId="{8C1C897C-7F20-8443-AAFD-FE1B78D08CAF}" destId="{743172C3-3363-F54F-9FA3-3950DF47F2B4}" srcOrd="0" destOrd="0" presId="urn:microsoft.com/office/officeart/2005/8/layout/orgChart1"/>
    <dgm:cxn modelId="{C3561B1A-F53E-FE41-98DA-68BD4520686F}" type="presOf" srcId="{53AB89B8-2CEB-8B4F-A4A5-9E144AC05308}" destId="{C4E2BFB1-2EA0-1F4A-82B4-ABE891E932D4}" srcOrd="0" destOrd="0" presId="urn:microsoft.com/office/officeart/2005/8/layout/orgChart1"/>
    <dgm:cxn modelId="{01180936-F2C9-4740-B3DF-603DC6F605F2}" srcId="{C1E48158-7719-E149-A865-C6594D4EBE39}" destId="{EA7CE616-30E6-3F4F-89C1-44E5AC482DFC}" srcOrd="1" destOrd="0" parTransId="{99C78B52-94E4-714E-9A14-F7E05080D0B9}" sibTransId="{734C90A7-5746-214F-8FDD-318370DC07C8}"/>
    <dgm:cxn modelId="{E79FD738-0B95-B741-B261-0102EA99036D}" type="presOf" srcId="{EA7CE616-30E6-3F4F-89C1-44E5AC482DFC}" destId="{9ABB7012-2C3A-1F45-A584-55AC9607BB7D}" srcOrd="0" destOrd="0" presId="urn:microsoft.com/office/officeart/2005/8/layout/orgChart1"/>
    <dgm:cxn modelId="{2A6B793A-4FF3-2645-8715-F6BD22F54391}" type="presOf" srcId="{38CCC40C-91F2-DF4D-9924-16145272738B}" destId="{4A003CC7-CC23-8745-8939-193C1E158901}" srcOrd="0" destOrd="0" presId="urn:microsoft.com/office/officeart/2005/8/layout/orgChart1"/>
    <dgm:cxn modelId="{97199141-3220-854F-890A-5CD7978A650F}" type="presOf" srcId="{FFBA6F8E-9722-274D-8EB3-81DF6DADB165}" destId="{1B4FA5AE-6D54-EC45-A6B8-44AAE9A6F5E5}" srcOrd="0" destOrd="0" presId="urn:microsoft.com/office/officeart/2005/8/layout/orgChart1"/>
    <dgm:cxn modelId="{DC52FA45-1309-ED45-8506-4E8B7115E34A}" srcId="{FFBA6F8E-9722-274D-8EB3-81DF6DADB165}" destId="{615322EC-29D0-BE4B-9E81-485EC64B34AD}" srcOrd="0" destOrd="0" parTransId="{D7F6F72D-83F3-1542-AB0B-A0F79919C62A}" sibTransId="{5ABC3EFF-EC14-124E-B87C-2C9303E4E0D9}"/>
    <dgm:cxn modelId="{05DBAA49-2B77-4F49-9F11-CD88261D3FA4}" type="presOf" srcId="{86FA0EE6-A0BE-4C40-BE6C-7F12FD4643ED}" destId="{4FAF10BB-4810-2E44-9F56-CEFC4734CFB5}" srcOrd="1" destOrd="0" presId="urn:microsoft.com/office/officeart/2005/8/layout/orgChart1"/>
    <dgm:cxn modelId="{66668050-C745-0648-B9CF-21CD366AFC93}" srcId="{FFBA6F8E-9722-274D-8EB3-81DF6DADB165}" destId="{C1E48158-7719-E149-A865-C6594D4EBE39}" srcOrd="1" destOrd="0" parTransId="{8A4E4977-0767-6B4F-B722-EA8CD6AFC73F}" sibTransId="{92C468B7-B1D5-7B44-ACCA-FC082847756C}"/>
    <dgm:cxn modelId="{43E92761-AF55-5346-B1DE-33B5480969C9}" type="presOf" srcId="{B575CBB5-8761-9946-BD17-CD458C435D86}" destId="{EB4D5CBC-5CFD-E64E-94DC-D7DD6C39BABC}" srcOrd="0" destOrd="0" presId="urn:microsoft.com/office/officeart/2005/8/layout/orgChart1"/>
    <dgm:cxn modelId="{CB70906B-19AC-8E4D-A4D4-303597F95074}" srcId="{615322EC-29D0-BE4B-9E81-485EC64B34AD}" destId="{737B4950-C266-6E45-9829-4E496D4C5CEA}" srcOrd="0" destOrd="0" parTransId="{B575CBB5-8761-9946-BD17-CD458C435D86}" sibTransId="{A5E90349-F5FA-5B4C-B383-C2E2DCF9A2F2}"/>
    <dgm:cxn modelId="{CE35BC6C-E85D-0842-A242-7E1A369E38CA}" type="presOf" srcId="{D7F6F72D-83F3-1542-AB0B-A0F79919C62A}" destId="{F777DFC4-7111-154F-B309-9519F20588E6}" srcOrd="0" destOrd="0" presId="urn:microsoft.com/office/officeart/2005/8/layout/orgChart1"/>
    <dgm:cxn modelId="{6E2BFC6E-57B4-6A47-9024-162B67CF34FD}" type="presOf" srcId="{615322EC-29D0-BE4B-9E81-485EC64B34AD}" destId="{2886F659-6E89-BF4A-9E9B-09623E8A0CC6}" srcOrd="0" destOrd="0" presId="urn:microsoft.com/office/officeart/2005/8/layout/orgChart1"/>
    <dgm:cxn modelId="{36CE797D-A7A8-A040-9DA8-B778E4B8C284}" type="presOf" srcId="{615322EC-29D0-BE4B-9E81-485EC64B34AD}" destId="{349B1ED7-6B4C-2949-8D41-469C057AF3FD}" srcOrd="1" destOrd="0" presId="urn:microsoft.com/office/officeart/2005/8/layout/orgChart1"/>
    <dgm:cxn modelId="{77AAF989-F65E-4144-98EE-71D6AB1FC101}" srcId="{25FF79B9-8A4E-2846-8389-DA2539AC0E91}" destId="{FFBA6F8E-9722-274D-8EB3-81DF6DADB165}" srcOrd="0" destOrd="0" parTransId="{83A5552F-15A5-454E-9A48-5CE64CA84788}" sibTransId="{A8BA1CB0-422D-7A47-8C5B-7D81A0859563}"/>
    <dgm:cxn modelId="{F3AA5796-2234-CE4B-8B02-740B631D658B}" type="presOf" srcId="{86FA0EE6-A0BE-4C40-BE6C-7F12FD4643ED}" destId="{2A289A3D-8DE1-004D-9E92-FA08A37AE63D}" srcOrd="0" destOrd="0" presId="urn:microsoft.com/office/officeart/2005/8/layout/orgChart1"/>
    <dgm:cxn modelId="{5A77069A-CB91-1B43-ABF9-035C40A53D41}" type="presOf" srcId="{EA7CE616-30E6-3F4F-89C1-44E5AC482DFC}" destId="{B6487BCC-6F97-2843-9712-E2CC5D7D8649}" srcOrd="1" destOrd="0" presId="urn:microsoft.com/office/officeart/2005/8/layout/orgChart1"/>
    <dgm:cxn modelId="{67B788A3-F5E1-D245-A6FA-BDB06D716071}" type="presOf" srcId="{737B4950-C266-6E45-9829-4E496D4C5CEA}" destId="{B4FBC950-3436-5547-B874-96C0921DAD13}" srcOrd="0" destOrd="0" presId="urn:microsoft.com/office/officeart/2005/8/layout/orgChart1"/>
    <dgm:cxn modelId="{614C36A4-1A3C-CC4F-A692-B71514FF65B7}" type="presOf" srcId="{8A4E4977-0767-6B4F-B722-EA8CD6AFC73F}" destId="{CB4246F8-540D-F047-9DAA-4403379F4330}" srcOrd="0" destOrd="0" presId="urn:microsoft.com/office/officeart/2005/8/layout/orgChart1"/>
    <dgm:cxn modelId="{7A9F56A6-D8EE-154C-B8A7-E70B0DDBA2B6}" type="presOf" srcId="{99C78B52-94E4-714E-9A14-F7E05080D0B9}" destId="{6C822C9E-835E-5645-AF5D-7834466D4748}" srcOrd="0" destOrd="0" presId="urn:microsoft.com/office/officeart/2005/8/layout/orgChart1"/>
    <dgm:cxn modelId="{0948ABAB-9194-8E4F-ADD9-8273AA8F69D9}" type="presOf" srcId="{737B4950-C266-6E45-9829-4E496D4C5CEA}" destId="{2BB3EFCB-3D1A-274B-9C8A-B21D61F4B3C5}" srcOrd="1" destOrd="0" presId="urn:microsoft.com/office/officeart/2005/8/layout/orgChart1"/>
    <dgm:cxn modelId="{CDB60BC6-409E-9F41-90A4-B147DB2EE1D2}" type="presOf" srcId="{25FF79B9-8A4E-2846-8389-DA2539AC0E91}" destId="{0E281403-D2B0-9E4B-B270-D0C36855A987}" srcOrd="0" destOrd="0" presId="urn:microsoft.com/office/officeart/2005/8/layout/orgChart1"/>
    <dgm:cxn modelId="{1CBCF8C9-58B2-1C4B-B7F9-09052D074631}" type="presOf" srcId="{FFBA6F8E-9722-274D-8EB3-81DF6DADB165}" destId="{F34E717F-CEE8-1546-92E5-7C4BEC135981}" srcOrd="1" destOrd="0" presId="urn:microsoft.com/office/officeart/2005/8/layout/orgChart1"/>
    <dgm:cxn modelId="{7DB96ECA-CCC1-2B44-9B10-4CF460E07B55}" srcId="{C1E48158-7719-E149-A865-C6594D4EBE39}" destId="{86FA0EE6-A0BE-4C40-BE6C-7F12FD4643ED}" srcOrd="0" destOrd="0" parTransId="{8C1C897C-7F20-8443-AAFD-FE1B78D08CAF}" sibTransId="{2D749E0D-91EF-1445-B078-86E7D0F9D84F}"/>
    <dgm:cxn modelId="{9EE063E2-A9CF-5242-9673-E4016594C530}" type="presOf" srcId="{C1E48158-7719-E149-A865-C6594D4EBE39}" destId="{7A9B6E53-D8B3-F344-9BF3-6219CEE9C1FC}" srcOrd="1" destOrd="0" presId="urn:microsoft.com/office/officeart/2005/8/layout/orgChart1"/>
    <dgm:cxn modelId="{012A11E6-1A8B-2543-A22A-14EB46D7428D}" type="presOf" srcId="{38CCC40C-91F2-DF4D-9924-16145272738B}" destId="{32D3E684-A284-C24B-A176-9C7F3839C399}" srcOrd="1" destOrd="0" presId="urn:microsoft.com/office/officeart/2005/8/layout/orgChart1"/>
    <dgm:cxn modelId="{3F24CDED-A9F0-A845-BCC5-12D04D6AF9F5}" type="presOf" srcId="{C1E48158-7719-E149-A865-C6594D4EBE39}" destId="{0BEB55F5-161A-D747-9B25-E36462DB434A}" srcOrd="0" destOrd="0" presId="urn:microsoft.com/office/officeart/2005/8/layout/orgChart1"/>
    <dgm:cxn modelId="{C5A9A3EE-BD6B-0D46-A851-A92501CC2EBF}" srcId="{615322EC-29D0-BE4B-9E81-485EC64B34AD}" destId="{38CCC40C-91F2-DF4D-9924-16145272738B}" srcOrd="1" destOrd="0" parTransId="{53AB89B8-2CEB-8B4F-A4A5-9E144AC05308}" sibTransId="{FF01F140-A864-1F4A-9E26-148EF208C883}"/>
    <dgm:cxn modelId="{A057E843-54DE-B54D-A907-21EA82873F14}" type="presParOf" srcId="{0E281403-D2B0-9E4B-B270-D0C36855A987}" destId="{07995FCC-BA26-194C-A73F-813ACF86BC2A}" srcOrd="0" destOrd="0" presId="urn:microsoft.com/office/officeart/2005/8/layout/orgChart1"/>
    <dgm:cxn modelId="{12BC0086-E703-524C-B135-BBB73E4FBAC8}" type="presParOf" srcId="{07995FCC-BA26-194C-A73F-813ACF86BC2A}" destId="{2CCD008A-276D-FD45-8822-EDD61B1F1916}" srcOrd="0" destOrd="0" presId="urn:microsoft.com/office/officeart/2005/8/layout/orgChart1"/>
    <dgm:cxn modelId="{51F4104C-38A7-6948-A316-656C6E89EFA7}" type="presParOf" srcId="{2CCD008A-276D-FD45-8822-EDD61B1F1916}" destId="{1B4FA5AE-6D54-EC45-A6B8-44AAE9A6F5E5}" srcOrd="0" destOrd="0" presId="urn:microsoft.com/office/officeart/2005/8/layout/orgChart1"/>
    <dgm:cxn modelId="{14376D5C-7DA0-2741-B5F9-476EBEA3899A}" type="presParOf" srcId="{2CCD008A-276D-FD45-8822-EDD61B1F1916}" destId="{F34E717F-CEE8-1546-92E5-7C4BEC135981}" srcOrd="1" destOrd="0" presId="urn:microsoft.com/office/officeart/2005/8/layout/orgChart1"/>
    <dgm:cxn modelId="{3063F93D-2B94-4346-A1C0-3B61A04CDCFB}" type="presParOf" srcId="{07995FCC-BA26-194C-A73F-813ACF86BC2A}" destId="{2F94D01E-77E4-F34C-9DFF-501493338F48}" srcOrd="1" destOrd="0" presId="urn:microsoft.com/office/officeart/2005/8/layout/orgChart1"/>
    <dgm:cxn modelId="{1EA4DF00-3662-BC4D-8BD8-5EA952A8F411}" type="presParOf" srcId="{2F94D01E-77E4-F34C-9DFF-501493338F48}" destId="{F777DFC4-7111-154F-B309-9519F20588E6}" srcOrd="0" destOrd="0" presId="urn:microsoft.com/office/officeart/2005/8/layout/orgChart1"/>
    <dgm:cxn modelId="{075A0EC4-D424-564D-9A93-66F69851500C}" type="presParOf" srcId="{2F94D01E-77E4-F34C-9DFF-501493338F48}" destId="{B3C9114C-650F-9C48-B53C-348270EB54D3}" srcOrd="1" destOrd="0" presId="urn:microsoft.com/office/officeart/2005/8/layout/orgChart1"/>
    <dgm:cxn modelId="{7749F9DE-CBA8-7848-B47B-D27A887E8364}" type="presParOf" srcId="{B3C9114C-650F-9C48-B53C-348270EB54D3}" destId="{4D1DBBB9-4210-4440-A3AA-F69A0A374425}" srcOrd="0" destOrd="0" presId="urn:microsoft.com/office/officeart/2005/8/layout/orgChart1"/>
    <dgm:cxn modelId="{4B3DE0FB-39FF-FF4C-88F7-0235739997E8}" type="presParOf" srcId="{4D1DBBB9-4210-4440-A3AA-F69A0A374425}" destId="{2886F659-6E89-BF4A-9E9B-09623E8A0CC6}" srcOrd="0" destOrd="0" presId="urn:microsoft.com/office/officeart/2005/8/layout/orgChart1"/>
    <dgm:cxn modelId="{876C6B54-AEF3-0846-A89E-209B6118D0AE}" type="presParOf" srcId="{4D1DBBB9-4210-4440-A3AA-F69A0A374425}" destId="{349B1ED7-6B4C-2949-8D41-469C057AF3FD}" srcOrd="1" destOrd="0" presId="urn:microsoft.com/office/officeart/2005/8/layout/orgChart1"/>
    <dgm:cxn modelId="{6E06B9A0-A5D3-5B4D-B066-E85BAE44990E}" type="presParOf" srcId="{B3C9114C-650F-9C48-B53C-348270EB54D3}" destId="{3DCB72DC-CB38-B047-A0D5-559AA90D7B21}" srcOrd="1" destOrd="0" presId="urn:microsoft.com/office/officeart/2005/8/layout/orgChart1"/>
    <dgm:cxn modelId="{B3CBC32B-43DA-D04E-96EB-005F4E70989A}" type="presParOf" srcId="{3DCB72DC-CB38-B047-A0D5-559AA90D7B21}" destId="{EB4D5CBC-5CFD-E64E-94DC-D7DD6C39BABC}" srcOrd="0" destOrd="0" presId="urn:microsoft.com/office/officeart/2005/8/layout/orgChart1"/>
    <dgm:cxn modelId="{FF926D20-1870-AD4C-87ED-B74AEE3C0BD3}" type="presParOf" srcId="{3DCB72DC-CB38-B047-A0D5-559AA90D7B21}" destId="{AC061B37-1439-8D46-ADFB-32E0EF47EEB2}" srcOrd="1" destOrd="0" presId="urn:microsoft.com/office/officeart/2005/8/layout/orgChart1"/>
    <dgm:cxn modelId="{82142B98-33EB-E240-AFB9-E7ABEF97D87E}" type="presParOf" srcId="{AC061B37-1439-8D46-ADFB-32E0EF47EEB2}" destId="{DBD4CEE6-6172-474F-9A8C-F6441361EFB6}" srcOrd="0" destOrd="0" presId="urn:microsoft.com/office/officeart/2005/8/layout/orgChart1"/>
    <dgm:cxn modelId="{14B67A05-046F-5345-84D8-46B4A7614870}" type="presParOf" srcId="{DBD4CEE6-6172-474F-9A8C-F6441361EFB6}" destId="{B4FBC950-3436-5547-B874-96C0921DAD13}" srcOrd="0" destOrd="0" presId="urn:microsoft.com/office/officeart/2005/8/layout/orgChart1"/>
    <dgm:cxn modelId="{131DB603-CF93-B04C-B419-E589747A1660}" type="presParOf" srcId="{DBD4CEE6-6172-474F-9A8C-F6441361EFB6}" destId="{2BB3EFCB-3D1A-274B-9C8A-B21D61F4B3C5}" srcOrd="1" destOrd="0" presId="urn:microsoft.com/office/officeart/2005/8/layout/orgChart1"/>
    <dgm:cxn modelId="{821866D9-33FF-C340-BD95-448DA6E086DD}" type="presParOf" srcId="{AC061B37-1439-8D46-ADFB-32E0EF47EEB2}" destId="{8D4E4590-FB53-FE4D-BC19-7598AA14CF51}" srcOrd="1" destOrd="0" presId="urn:microsoft.com/office/officeart/2005/8/layout/orgChart1"/>
    <dgm:cxn modelId="{0F42EF49-FD00-5942-A22D-123B1466B2DB}" type="presParOf" srcId="{AC061B37-1439-8D46-ADFB-32E0EF47EEB2}" destId="{9577CC4D-03F4-0E43-870D-5BF14A68EA99}" srcOrd="2" destOrd="0" presId="urn:microsoft.com/office/officeart/2005/8/layout/orgChart1"/>
    <dgm:cxn modelId="{ACDDE46C-A9E2-0C4D-81F7-1F18B5092EEB}" type="presParOf" srcId="{3DCB72DC-CB38-B047-A0D5-559AA90D7B21}" destId="{C4E2BFB1-2EA0-1F4A-82B4-ABE891E932D4}" srcOrd="2" destOrd="0" presId="urn:microsoft.com/office/officeart/2005/8/layout/orgChart1"/>
    <dgm:cxn modelId="{4A0ED2D0-61BE-894B-8C7A-C8E05514DAAF}" type="presParOf" srcId="{3DCB72DC-CB38-B047-A0D5-559AA90D7B21}" destId="{35606105-E21E-3741-AEEA-48DAF5D491C8}" srcOrd="3" destOrd="0" presId="urn:microsoft.com/office/officeart/2005/8/layout/orgChart1"/>
    <dgm:cxn modelId="{473C14DD-8B92-7346-B028-06A438FB470B}" type="presParOf" srcId="{35606105-E21E-3741-AEEA-48DAF5D491C8}" destId="{366B7E7B-3413-6547-9491-0153B740E51C}" srcOrd="0" destOrd="0" presId="urn:microsoft.com/office/officeart/2005/8/layout/orgChart1"/>
    <dgm:cxn modelId="{A846D196-FC48-C74E-9FDB-1477650B1676}" type="presParOf" srcId="{366B7E7B-3413-6547-9491-0153B740E51C}" destId="{4A003CC7-CC23-8745-8939-193C1E158901}" srcOrd="0" destOrd="0" presId="urn:microsoft.com/office/officeart/2005/8/layout/orgChart1"/>
    <dgm:cxn modelId="{540A4777-FA6D-2444-9E55-74EB6F72369A}" type="presParOf" srcId="{366B7E7B-3413-6547-9491-0153B740E51C}" destId="{32D3E684-A284-C24B-A176-9C7F3839C399}" srcOrd="1" destOrd="0" presId="urn:microsoft.com/office/officeart/2005/8/layout/orgChart1"/>
    <dgm:cxn modelId="{AAFF0144-A877-8E41-98A0-EBD396485618}" type="presParOf" srcId="{35606105-E21E-3741-AEEA-48DAF5D491C8}" destId="{D47C255B-2720-C242-9DC8-4DD9019561C3}" srcOrd="1" destOrd="0" presId="urn:microsoft.com/office/officeart/2005/8/layout/orgChart1"/>
    <dgm:cxn modelId="{63BD7F69-9AD1-E84D-8264-B6D7E428230D}" type="presParOf" srcId="{35606105-E21E-3741-AEEA-48DAF5D491C8}" destId="{D3715E39-D072-7F48-AA32-32B52F68D3EA}" srcOrd="2" destOrd="0" presId="urn:microsoft.com/office/officeart/2005/8/layout/orgChart1"/>
    <dgm:cxn modelId="{44D200B2-85C9-4742-8C38-9FDA2D823A10}" type="presParOf" srcId="{B3C9114C-650F-9C48-B53C-348270EB54D3}" destId="{51EB7D5B-8373-994C-9B47-B5BCB42716A9}" srcOrd="2" destOrd="0" presId="urn:microsoft.com/office/officeart/2005/8/layout/orgChart1"/>
    <dgm:cxn modelId="{6977AEAD-61D8-8943-8344-EBF939980CFC}" type="presParOf" srcId="{2F94D01E-77E4-F34C-9DFF-501493338F48}" destId="{CB4246F8-540D-F047-9DAA-4403379F4330}" srcOrd="2" destOrd="0" presId="urn:microsoft.com/office/officeart/2005/8/layout/orgChart1"/>
    <dgm:cxn modelId="{9A40BDE1-AF94-2946-A081-3226842142D7}" type="presParOf" srcId="{2F94D01E-77E4-F34C-9DFF-501493338F48}" destId="{551EFE48-E4F4-E647-80DD-0389C98AB8B2}" srcOrd="3" destOrd="0" presId="urn:microsoft.com/office/officeart/2005/8/layout/orgChart1"/>
    <dgm:cxn modelId="{5060E125-4833-CE4D-9306-7D5211810562}" type="presParOf" srcId="{551EFE48-E4F4-E647-80DD-0389C98AB8B2}" destId="{AC10F897-BE0E-EB48-84C7-48EDCB03A49A}" srcOrd="0" destOrd="0" presId="urn:microsoft.com/office/officeart/2005/8/layout/orgChart1"/>
    <dgm:cxn modelId="{035B7DC5-BE77-4E49-A0CE-2D32A9F233B8}" type="presParOf" srcId="{AC10F897-BE0E-EB48-84C7-48EDCB03A49A}" destId="{0BEB55F5-161A-D747-9B25-E36462DB434A}" srcOrd="0" destOrd="0" presId="urn:microsoft.com/office/officeart/2005/8/layout/orgChart1"/>
    <dgm:cxn modelId="{EE27E105-8C6C-1349-82AD-3BC7CA1D381D}" type="presParOf" srcId="{AC10F897-BE0E-EB48-84C7-48EDCB03A49A}" destId="{7A9B6E53-D8B3-F344-9BF3-6219CEE9C1FC}" srcOrd="1" destOrd="0" presId="urn:microsoft.com/office/officeart/2005/8/layout/orgChart1"/>
    <dgm:cxn modelId="{427CAB89-7400-4D44-9622-0080D8F6E39B}" type="presParOf" srcId="{551EFE48-E4F4-E647-80DD-0389C98AB8B2}" destId="{7EB34334-405F-5346-9B7A-485359610212}" srcOrd="1" destOrd="0" presId="urn:microsoft.com/office/officeart/2005/8/layout/orgChart1"/>
    <dgm:cxn modelId="{400D8E2C-FACD-0F49-83E1-AD6BA1D1C495}" type="presParOf" srcId="{7EB34334-405F-5346-9B7A-485359610212}" destId="{743172C3-3363-F54F-9FA3-3950DF47F2B4}" srcOrd="0" destOrd="0" presId="urn:microsoft.com/office/officeart/2005/8/layout/orgChart1"/>
    <dgm:cxn modelId="{2857C6A2-E49F-164A-996D-92DAA6471B4D}" type="presParOf" srcId="{7EB34334-405F-5346-9B7A-485359610212}" destId="{622B0D67-15A5-E243-A850-C65DF55FD773}" srcOrd="1" destOrd="0" presId="urn:microsoft.com/office/officeart/2005/8/layout/orgChart1"/>
    <dgm:cxn modelId="{134F6944-F7DD-174C-A7AB-A7D1594D6CD3}" type="presParOf" srcId="{622B0D67-15A5-E243-A850-C65DF55FD773}" destId="{B8201774-E2DA-7642-91F2-6375D188B412}" srcOrd="0" destOrd="0" presId="urn:microsoft.com/office/officeart/2005/8/layout/orgChart1"/>
    <dgm:cxn modelId="{365EB612-550D-1749-A541-ADE62710F8F9}" type="presParOf" srcId="{B8201774-E2DA-7642-91F2-6375D188B412}" destId="{2A289A3D-8DE1-004D-9E92-FA08A37AE63D}" srcOrd="0" destOrd="0" presId="urn:microsoft.com/office/officeart/2005/8/layout/orgChart1"/>
    <dgm:cxn modelId="{CFFDF73D-A1BD-6843-A557-8A523596011A}" type="presParOf" srcId="{B8201774-E2DA-7642-91F2-6375D188B412}" destId="{4FAF10BB-4810-2E44-9F56-CEFC4734CFB5}" srcOrd="1" destOrd="0" presId="urn:microsoft.com/office/officeart/2005/8/layout/orgChart1"/>
    <dgm:cxn modelId="{5D467304-968A-6842-927A-3009CFB449F9}" type="presParOf" srcId="{622B0D67-15A5-E243-A850-C65DF55FD773}" destId="{26D1800C-628A-1144-8328-0AA174230E68}" srcOrd="1" destOrd="0" presId="urn:microsoft.com/office/officeart/2005/8/layout/orgChart1"/>
    <dgm:cxn modelId="{1EA1DE2D-1564-1E40-A839-AED254313B74}" type="presParOf" srcId="{622B0D67-15A5-E243-A850-C65DF55FD773}" destId="{D398CFC9-8AD6-4647-999B-79B22ABCF351}" srcOrd="2" destOrd="0" presId="urn:microsoft.com/office/officeart/2005/8/layout/orgChart1"/>
    <dgm:cxn modelId="{7C6784EE-E422-A44C-AA32-E903B23C6A71}" type="presParOf" srcId="{7EB34334-405F-5346-9B7A-485359610212}" destId="{6C822C9E-835E-5645-AF5D-7834466D4748}" srcOrd="2" destOrd="0" presId="urn:microsoft.com/office/officeart/2005/8/layout/orgChart1"/>
    <dgm:cxn modelId="{3EE6578E-727B-934D-B2E9-F7B78FC9E3C1}" type="presParOf" srcId="{7EB34334-405F-5346-9B7A-485359610212}" destId="{A11D60BE-D709-7D46-9CC9-0FAAFA76395C}" srcOrd="3" destOrd="0" presId="urn:microsoft.com/office/officeart/2005/8/layout/orgChart1"/>
    <dgm:cxn modelId="{A0740B3C-84CD-1C43-B2EB-326933E4F127}" type="presParOf" srcId="{A11D60BE-D709-7D46-9CC9-0FAAFA76395C}" destId="{6A66F812-0EE5-6E4E-BA54-E3E0E051D1CE}" srcOrd="0" destOrd="0" presId="urn:microsoft.com/office/officeart/2005/8/layout/orgChart1"/>
    <dgm:cxn modelId="{DF9D10B7-9F4B-714C-847A-D086A0216A91}" type="presParOf" srcId="{6A66F812-0EE5-6E4E-BA54-E3E0E051D1CE}" destId="{9ABB7012-2C3A-1F45-A584-55AC9607BB7D}" srcOrd="0" destOrd="0" presId="urn:microsoft.com/office/officeart/2005/8/layout/orgChart1"/>
    <dgm:cxn modelId="{62039446-2789-9148-B180-B2D6ACE282DE}" type="presParOf" srcId="{6A66F812-0EE5-6E4E-BA54-E3E0E051D1CE}" destId="{B6487BCC-6F97-2843-9712-E2CC5D7D8649}" srcOrd="1" destOrd="0" presId="urn:microsoft.com/office/officeart/2005/8/layout/orgChart1"/>
    <dgm:cxn modelId="{641AE1C7-835C-F54C-A883-57CDA43FAED6}" type="presParOf" srcId="{A11D60BE-D709-7D46-9CC9-0FAAFA76395C}" destId="{C221ABC6-CDB1-804B-BCE5-1D29AFD0F171}" srcOrd="1" destOrd="0" presId="urn:microsoft.com/office/officeart/2005/8/layout/orgChart1"/>
    <dgm:cxn modelId="{BA2DD301-8B38-1245-B69E-B2FCBA4452AB}" type="presParOf" srcId="{A11D60BE-D709-7D46-9CC9-0FAAFA76395C}" destId="{26C2D325-22A3-CF4E-B37E-A847CF815492}" srcOrd="2" destOrd="0" presId="urn:microsoft.com/office/officeart/2005/8/layout/orgChart1"/>
    <dgm:cxn modelId="{724F7956-9460-E24E-9835-700C5D4C804D}" type="presParOf" srcId="{551EFE48-E4F4-E647-80DD-0389C98AB8B2}" destId="{517B4D64-22C2-4546-9238-B4B6638DF77F}" srcOrd="2" destOrd="0" presId="urn:microsoft.com/office/officeart/2005/8/layout/orgChart1"/>
    <dgm:cxn modelId="{D922BEE7-8DE2-4F4E-A388-4F41D098496B}" type="presParOf" srcId="{07995FCC-BA26-194C-A73F-813ACF86BC2A}" destId="{3ACED839-46BC-E745-9E5C-475BB15821D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FF79B9-8A4E-2846-8389-DA2539AC0E91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FBA6F8E-9722-274D-8EB3-81DF6DADB165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Algorithms</a:t>
          </a:r>
        </a:p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Bound to Data Structures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A5552F-15A5-454E-9A48-5CE64CA84788}" type="parTrans" cxnId="{77AAF989-F65E-4144-98EE-71D6AB1FC101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BA1CB0-422D-7A47-8C5B-7D81A0859563}" type="sibTrans" cxnId="{77AAF989-F65E-4144-98EE-71D6AB1FC101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FA0EE6-A0BE-4C40-BE6C-7F12FD4643ED}">
      <dgm:prSet phldrT="[文字]" custT="1"/>
      <dgm:spPr/>
      <dgm:t>
        <a:bodyPr/>
        <a:lstStyle/>
        <a:p>
          <a:r>
            <a:rPr lang="en-US" sz="1000" dirty="0">
              <a:latin typeface="Arial" panose="020B0604020202020204" pitchFamily="34" charset="0"/>
              <a:cs typeface="Arial" panose="020B0604020202020204" pitchFamily="34" charset="0"/>
            </a:rPr>
            <a:t>Evaluating expressions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1C897C-7F20-8443-AAFD-FE1B78D08CAF}" type="parTrans" cxnId="{7DB96ECA-CCC1-2B44-9B10-4CF460E07B5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49E0D-91EF-1445-B078-86E7D0F9D84F}" type="sibTrans" cxnId="{7DB96ECA-CCC1-2B44-9B10-4CF460E07B5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7CE616-30E6-3F4F-89C1-44E5AC482DFC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Queue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C78B52-94E4-714E-9A14-F7E05080D0B9}" type="parTrans" cxnId="{01180936-F2C9-4740-B3DF-603DC6F605F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C90A7-5746-214F-8FDD-318370DC07C8}" type="sibTrans" cxnId="{01180936-F2C9-4740-B3DF-603DC6F605F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1554FF-45CB-9345-8F26-C1E976913741}">
      <dgm:prSet phldrT="[文字]" custT="1"/>
      <dgm:spPr/>
      <dgm:t>
        <a:bodyPr/>
        <a:lstStyle/>
        <a:p>
          <a:r>
            <a:rPr lang="en-US" sz="1000" dirty="0">
              <a:latin typeface="Arial" panose="020B0604020202020204" pitchFamily="34" charset="0"/>
              <a:cs typeface="Arial" panose="020B0604020202020204" pitchFamily="34" charset="0"/>
            </a:rPr>
            <a:t>Parentheses checking</a:t>
          </a:r>
          <a:endParaRPr lang="en-US" altLang="zh-TW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64FE57-201D-754A-9586-2C5054B3D387}" type="parTrans" cxnId="{72A90507-2F69-DC49-B628-555927198D1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919A5-F619-6B41-B283-4D9E0F21B937}" type="sibTrans" cxnId="{72A90507-2F69-DC49-B628-555927198D1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6C66E4-1C4D-A247-9F41-6501204C9699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BFS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EA6109-C1FE-AA45-AF46-BD174D62F4C6}" type="parTrans" cxnId="{7740FDF5-8FB2-DC45-91C8-8ADB0417CE5B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37DE04-8DC9-6947-9D0B-945C43128949}" type="sibTrans" cxnId="{7740FDF5-8FB2-DC45-91C8-8ADB0417CE5B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5322EC-29D0-BE4B-9E81-485EC64B34AD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Array / List</a:t>
          </a:r>
        </a:p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(Search)</a:t>
          </a:r>
        </a:p>
      </dgm:t>
    </dgm:pt>
    <dgm:pt modelId="{D7F6F72D-83F3-1542-AB0B-A0F79919C62A}" type="parTrans" cxnId="{DC52FA45-1309-ED45-8506-4E8B7115E34A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BC3EFF-EC14-124E-B87C-2C9303E4E0D9}" type="sibTrans" cxnId="{DC52FA45-1309-ED45-8506-4E8B7115E34A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7B4950-C266-6E45-9829-4E496D4C5CEA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Linear   Search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75CBB5-8761-9946-BD17-CD458C435D86}" type="parTrans" cxnId="{CB70906B-19AC-8E4D-A4D4-303597F9507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E90349-F5FA-5B4C-B383-C2E2DCF9A2F2}" type="sibTrans" cxnId="{CB70906B-19AC-8E4D-A4D4-303597F9507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CCC40C-91F2-DF4D-9924-16145272738B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Binary   Search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AB89B8-2CEB-8B4F-A4A5-9E144AC05308}" type="parTrans" cxnId="{C5A9A3EE-BD6B-0D46-A851-A92501CC2EBF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01F140-A864-1F4A-9E26-148EF208C883}" type="sibTrans" cxnId="{C5A9A3EE-BD6B-0D46-A851-A92501CC2EBF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078715-07FC-724F-85C1-3F6DC18DE89F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Array / List</a:t>
          </a:r>
        </a:p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(Sort)</a:t>
          </a:r>
        </a:p>
      </dgm:t>
    </dgm:pt>
    <dgm:pt modelId="{D86BA47F-AB99-9144-BA7E-17DC7013E8A9}" type="parTrans" cxnId="{E3E327F9-19FE-9747-AC13-EE48C68481D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7F7694-3251-624E-B32B-782224CAD50E}" type="sibTrans" cxnId="{E3E327F9-19FE-9747-AC13-EE48C68481D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D01155-9BCB-DF4F-A71F-1AEB8A56169C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Insertion    Sort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ED895CA-490C-FC4D-B209-4F1E028C4EE0}" type="parTrans" cxnId="{54999C51-F32B-8C4F-A22D-678001FA9AD9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AB227F-82B2-654D-8387-FD3FA49103B4}" type="sibTrans" cxnId="{54999C51-F32B-8C4F-A22D-678001FA9AD9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A008EA-9777-3D49-ADD4-F7E6AE1E304F}">
      <dgm:prSet phldrT="[文字]"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Quick        Sort</a:t>
          </a:r>
        </a:p>
      </dgm:t>
    </dgm:pt>
    <dgm:pt modelId="{F77D3EE8-0A30-ED40-9A10-2F2F488BB043}" type="parTrans" cxnId="{55BD14BB-4765-1D40-ABD8-B5FDDAAEEEB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AAB114-FAA1-D541-A393-2BB286EB45EF}" type="sibTrans" cxnId="{55BD14BB-4765-1D40-ABD8-B5FDDAAEEEB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00234C-230E-ED43-BE4B-2AC60BD160BA}">
      <dgm:prSet phldrT="[文字]"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Bubble      Sort</a:t>
          </a:r>
          <a:endParaRPr lang="zh-TW" altLang="en-US" sz="1000" kern="1200" dirty="0">
            <a:solidFill>
              <a:prstClr val="white"/>
            </a:solidFill>
            <a:latin typeface="Arial" panose="020B0604020202020204" pitchFamily="34" charset="0"/>
            <a:ea typeface="新細明體" panose="02020500000000000000" pitchFamily="18" charset="-120"/>
            <a:cs typeface="Arial" panose="020B0604020202020204" pitchFamily="34" charset="0"/>
          </a:endParaRPr>
        </a:p>
      </dgm:t>
    </dgm:pt>
    <dgm:pt modelId="{FC3FB143-C0F8-564B-B3F4-D60C2215782E}" type="parTrans" cxnId="{DF5FA9FE-B2DC-0F48-AF8B-011F8B5FA11A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22F0F5-C2F0-004F-8716-B85B63A69D94}" type="sibTrans" cxnId="{DF5FA9FE-B2DC-0F48-AF8B-011F8B5FA11A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262EB9-29ED-CB4D-B602-F032BD5CC26A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Stack</a:t>
          </a:r>
        </a:p>
      </dgm:t>
    </dgm:pt>
    <dgm:pt modelId="{95874934-D5FF-BA4F-8423-99343BBB852C}" type="parTrans" cxnId="{E36D4EDA-0930-D04F-A093-B9D0DE93E9D8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464F61-8D70-D740-9B65-E7A65ABABC38}" type="sibTrans" cxnId="{E36D4EDA-0930-D04F-A093-B9D0DE93E9D8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47235E-1C04-E34B-9CCF-E05A8A6C995F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Merge       Sort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0A4B65-C003-E240-BD8B-F4DA6AB47F2A}" type="parTrans" cxnId="{4EE6CC2A-26D5-2C48-84A4-B5D6B8D5C48D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0CEF6D-484F-3F4D-B4F3-86F2229B8C06}" type="sibTrans" cxnId="{4EE6CC2A-26D5-2C48-84A4-B5D6B8D5C48D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5CEA55-4808-7B46-BA9B-76C217B50A17}">
      <dgm:prSet phldrT="[文字]"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Selection   Sort</a:t>
          </a:r>
          <a:endParaRPr lang="zh-TW" altLang="en-US" sz="1000" kern="1200" dirty="0">
            <a:solidFill>
              <a:prstClr val="white"/>
            </a:solidFill>
            <a:latin typeface="Arial" panose="020B0604020202020204" pitchFamily="34" charset="0"/>
            <a:ea typeface="新細明體" panose="02020500000000000000" pitchFamily="18" charset="-120"/>
            <a:cs typeface="Arial" panose="020B0604020202020204" pitchFamily="34" charset="0"/>
          </a:endParaRPr>
        </a:p>
      </dgm:t>
    </dgm:pt>
    <dgm:pt modelId="{52A969AE-EFFA-294C-B284-D5A928CC3992}" type="parTrans" cxnId="{CA254CFA-03FE-C44B-A824-8D4A622947C0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DFDEA9-0E1A-BE49-ABB2-00F7E0C7338C}" type="sibTrans" cxnId="{CA254CFA-03FE-C44B-A824-8D4A622947C0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C0E740-6142-BF4A-A9CC-28552FF8EB78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Hash Table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B04BB1-CCFF-5344-A824-385AA387567A}" type="parTrans" cxnId="{2125B35F-2D22-FB4A-926A-E7664FB232D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3B19BD-E12F-5F4C-929F-F0DBCDB962DA}" type="sibTrans" cxnId="{2125B35F-2D22-FB4A-926A-E7664FB232D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5F9079-6CB5-D24D-A32D-9262D57918A0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Tree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CB6D18-A2FC-0443-B478-E98C2C3B5DDC}" type="parTrans" cxnId="{8E1925A1-7CC4-1A4D-B2F5-98B15F01E2C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F5AEB9-D805-A143-8C9D-D38564CD8747}" type="sibTrans" cxnId="{8E1925A1-7CC4-1A4D-B2F5-98B15F01E2C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F9BF28-F350-E041-9E1A-AF68E1750E27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BST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8ED290-024B-D341-867F-6B2A1B27895F}" type="parTrans" cxnId="{964004C6-2B6F-944F-A89F-62D33306FF78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998DAA-5924-8848-90CC-E67A4CD33EA5}" type="sibTrans" cxnId="{964004C6-2B6F-944F-A89F-62D33306FF78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214177-9A26-1442-9F05-7904EB52812D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Tree  Traversal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56A004-6C37-9F41-BF88-BBBF56BCF020}" type="parTrans" cxnId="{B74CF8D5-5C33-6043-8007-A5FEE3C4854D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DCD163-11AC-3942-A3F4-A5DC6B28CDB7}" type="sibTrans" cxnId="{B74CF8D5-5C33-6043-8007-A5FEE3C4854D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991819-5380-344E-A7FC-E63BF0A33265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Balanced  Tree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10D1EC-D702-0743-8903-C7830F4C8023}" type="parTrans" cxnId="{C28BC786-D8B6-CA47-97CF-1102AEE69541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0CFB36-5A6A-4A43-A420-811AA69B3FA8}" type="sibTrans" cxnId="{C28BC786-D8B6-CA47-97CF-1102AEE69541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5EFEC8-A655-BD47-B1EC-448832FDEC95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Graph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297223-1EBE-724A-98BB-A45E121B2C97}" type="parTrans" cxnId="{5A77A3EA-E81D-664C-A511-223207C40F8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E697E5-66B5-B440-B43C-A6E10A3006C7}" type="sibTrans" cxnId="{5A77A3EA-E81D-664C-A511-223207C40F8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176BFC-00D1-2E43-892B-2264E08CBB51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BFS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024DF2-5392-274D-9B54-2B6A40E285CD}" type="parTrans" cxnId="{8C7CBFE8-2480-494E-8147-86B9AA9985B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D946E-E553-8E45-8B7F-C77AB48840E7}" type="sibTrans" cxnId="{8C7CBFE8-2480-494E-8147-86B9AA9985B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309EA3-3F52-E647-A1C8-2EDFDEEA483E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DFS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4EB0C0-3A60-6744-A614-0B4D82C4BB70}" type="parTrans" cxnId="{4BF4FD15-CE57-8349-9442-5A0EF39BDB86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C19E36-2361-7F41-884F-B9F222D4ADDA}" type="sibTrans" cxnId="{4BF4FD15-CE57-8349-9442-5A0EF39BDB86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4EB9D4-A1FE-7441-BB94-1325BB69B0F3}">
      <dgm:prSet phldrT="[文字]" custT="1"/>
      <dgm:spPr>
        <a:solidFill>
          <a:schemeClr val="accent1"/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Shortest Path (</a:t>
          </a:r>
          <a:r>
            <a:rPr lang="en-US" sz="1000" dirty="0">
              <a:latin typeface="Arial" panose="020B0604020202020204" pitchFamily="34" charset="0"/>
              <a:cs typeface="Arial" panose="020B0604020202020204" pitchFamily="34" charset="0"/>
            </a:rPr>
            <a:t>Dijkstra</a:t>
          </a:r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55A750-B3F8-C147-BC6C-4E2D01A568AF}" type="parTrans" cxnId="{920A5E64-2904-C344-8900-493CFE811526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1874A6-B4C0-8E48-8BEC-0412180A44C4}" type="sibTrans" cxnId="{920A5E64-2904-C344-8900-493CFE811526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F013FB-B0E6-3948-A1D0-16C6F400F7B7}">
      <dgm:prSet phldrT="[文字]" custT="1"/>
      <dgm:spPr>
        <a:solidFill>
          <a:schemeClr val="accent1"/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Heap         Sort</a:t>
          </a:r>
        </a:p>
      </dgm:t>
    </dgm:pt>
    <dgm:pt modelId="{6862E79C-4760-7F45-ABC7-8C27CA5AAA16}" type="parTrans" cxnId="{9DDB7C3B-C64E-E348-A9FB-277FC8FA897C}">
      <dgm:prSet/>
      <dgm:spPr/>
      <dgm:t>
        <a:bodyPr/>
        <a:lstStyle/>
        <a:p>
          <a:endParaRPr lang="zh-TW" altLang="en-US" sz="1000"/>
        </a:p>
      </dgm:t>
    </dgm:pt>
    <dgm:pt modelId="{9FF803B4-057E-E04A-B89C-B0344DEEE5A7}" type="sibTrans" cxnId="{9DDB7C3B-C64E-E348-A9FB-277FC8FA897C}">
      <dgm:prSet/>
      <dgm:spPr/>
      <dgm:t>
        <a:bodyPr/>
        <a:lstStyle/>
        <a:p>
          <a:endParaRPr lang="zh-TW" altLang="en-US" sz="1000"/>
        </a:p>
      </dgm:t>
    </dgm:pt>
    <dgm:pt modelId="{D9BDA46B-BA35-0043-925B-18DDAFA5C099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Topological Sort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614B5C-0980-E141-8539-B5CDE90C3ED3}" type="parTrans" cxnId="{3637320D-CD91-A64D-9226-E75D38B87C14}">
      <dgm:prSet/>
      <dgm:spPr/>
      <dgm:t>
        <a:bodyPr/>
        <a:lstStyle/>
        <a:p>
          <a:endParaRPr lang="zh-TW" altLang="en-US" sz="1000"/>
        </a:p>
      </dgm:t>
    </dgm:pt>
    <dgm:pt modelId="{C023289A-A99D-4C4F-B275-A3E1C73D349E}" type="sibTrans" cxnId="{3637320D-CD91-A64D-9226-E75D38B87C14}">
      <dgm:prSet/>
      <dgm:spPr/>
      <dgm:t>
        <a:bodyPr/>
        <a:lstStyle/>
        <a:p>
          <a:endParaRPr lang="zh-TW" altLang="en-US" sz="1000"/>
        </a:p>
      </dgm:t>
    </dgm:pt>
    <dgm:pt modelId="{1348FAB8-88DD-1546-8BDA-90083D458AF3}">
      <dgm:prSet phldrT="[文字]" custT="1"/>
      <dgm:spPr>
        <a:solidFill>
          <a:schemeClr val="accent1"/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Minimum Spanning Tree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904E90-1ECE-F84A-BC6E-C35EDFB020DF}" type="parTrans" cxnId="{16106E46-7812-A64D-A014-89A8862383F1}">
      <dgm:prSet/>
      <dgm:spPr/>
      <dgm:t>
        <a:bodyPr/>
        <a:lstStyle/>
        <a:p>
          <a:endParaRPr lang="zh-TW" altLang="en-US" sz="1000"/>
        </a:p>
      </dgm:t>
    </dgm:pt>
    <dgm:pt modelId="{101E8708-43B6-1244-A4D8-6A1F35CE7F49}" type="sibTrans" cxnId="{16106E46-7812-A64D-A014-89A8862383F1}">
      <dgm:prSet/>
      <dgm:spPr/>
      <dgm:t>
        <a:bodyPr/>
        <a:lstStyle/>
        <a:p>
          <a:endParaRPr lang="zh-TW" altLang="en-US" sz="1000"/>
        </a:p>
      </dgm:t>
    </dgm:pt>
    <dgm:pt modelId="{026D1170-AB50-4D46-9A32-2B035E463CD4}">
      <dgm:prSet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Frequency</a:t>
          </a:r>
          <a:r>
            <a:rPr lang="en-US" altLang="zh-TW" sz="1400" kern="1200" dirty="0"/>
            <a:t> </a:t>
          </a: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Counting</a:t>
          </a:r>
          <a:endParaRPr lang="zh-TW" altLang="en-US" sz="1000" kern="1200" dirty="0">
            <a:solidFill>
              <a:prstClr val="white"/>
            </a:solidFill>
            <a:latin typeface="Arial" panose="020B0604020202020204" pitchFamily="34" charset="0"/>
            <a:ea typeface="新細明體" panose="02020500000000000000" pitchFamily="18" charset="-120"/>
            <a:cs typeface="Arial" panose="020B0604020202020204" pitchFamily="34" charset="0"/>
          </a:endParaRPr>
        </a:p>
      </dgm:t>
    </dgm:pt>
    <dgm:pt modelId="{5FD4DE50-2B66-D048-B5BE-08045BF33514}" type="parTrans" cxnId="{8D5A7D14-51BF-9349-902E-21FD93497645}">
      <dgm:prSet/>
      <dgm:spPr/>
      <dgm:t>
        <a:bodyPr/>
        <a:lstStyle/>
        <a:p>
          <a:endParaRPr lang="zh-TW" altLang="en-US"/>
        </a:p>
      </dgm:t>
    </dgm:pt>
    <dgm:pt modelId="{3C58B922-38BB-2E40-A615-932FC8FB7F67}" type="sibTrans" cxnId="{8D5A7D14-51BF-9349-902E-21FD93497645}">
      <dgm:prSet/>
      <dgm:spPr/>
      <dgm:t>
        <a:bodyPr/>
        <a:lstStyle/>
        <a:p>
          <a:endParaRPr lang="zh-TW" altLang="en-US"/>
        </a:p>
      </dgm:t>
    </dgm:pt>
    <dgm:pt modelId="{F3ADAA2D-DE9B-F641-8D5E-14565C3C81FA}">
      <dgm:prSet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Two-sum</a:t>
          </a:r>
          <a:endParaRPr lang="zh-TW" altLang="en-US" sz="1000" kern="1200" dirty="0">
            <a:solidFill>
              <a:prstClr val="white"/>
            </a:solidFill>
            <a:latin typeface="Arial" panose="020B0604020202020204" pitchFamily="34" charset="0"/>
            <a:ea typeface="新細明體" panose="02020500000000000000" pitchFamily="18" charset="-120"/>
            <a:cs typeface="Arial" panose="020B0604020202020204" pitchFamily="34" charset="0"/>
          </a:endParaRPr>
        </a:p>
      </dgm:t>
    </dgm:pt>
    <dgm:pt modelId="{C43F9BB9-8500-2F48-83B9-003EAAA2E239}" type="parTrans" cxnId="{9F9EDFAF-B045-9847-971D-8E97B5AFE976}">
      <dgm:prSet/>
      <dgm:spPr/>
      <dgm:t>
        <a:bodyPr/>
        <a:lstStyle/>
        <a:p>
          <a:endParaRPr lang="zh-TW" altLang="en-US"/>
        </a:p>
      </dgm:t>
    </dgm:pt>
    <dgm:pt modelId="{40B5903C-249F-F342-B6F5-9518272B4ED6}" type="sibTrans" cxnId="{9F9EDFAF-B045-9847-971D-8E97B5AFE976}">
      <dgm:prSet/>
      <dgm:spPr/>
      <dgm:t>
        <a:bodyPr/>
        <a:lstStyle/>
        <a:p>
          <a:endParaRPr lang="zh-TW" altLang="en-US"/>
        </a:p>
      </dgm:t>
    </dgm:pt>
    <dgm:pt modelId="{38B8AEE1-66BA-F544-BA95-3B5BFC6B8EAD}">
      <dgm:prSet custT="1"/>
      <dgm:spPr>
        <a:solidFill>
          <a:prstClr val="white">
            <a:lumMod val="75000"/>
          </a:prst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350" tIns="6350" rIns="6350" bIns="6350" numCol="1" spcCol="1270" anchor="ctr" anchorCtr="0"/>
        <a:lstStyle/>
        <a:p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Deduplication</a:t>
          </a:r>
          <a:endParaRPr lang="zh-TW" altLang="en-US" sz="1000" kern="1200" dirty="0">
            <a:solidFill>
              <a:prstClr val="white"/>
            </a:solidFill>
            <a:latin typeface="Arial" panose="020B0604020202020204" pitchFamily="34" charset="0"/>
            <a:ea typeface="新細明體" panose="02020500000000000000" pitchFamily="18" charset="-120"/>
            <a:cs typeface="Arial" panose="020B0604020202020204" pitchFamily="34" charset="0"/>
          </a:endParaRPr>
        </a:p>
      </dgm:t>
    </dgm:pt>
    <dgm:pt modelId="{89AF8AEA-E56B-114A-B53A-CA01335C1A9B}" type="parTrans" cxnId="{81AA78E6-065E-ED4E-83C9-8177D4FA455F}">
      <dgm:prSet/>
      <dgm:spPr/>
      <dgm:t>
        <a:bodyPr/>
        <a:lstStyle/>
        <a:p>
          <a:endParaRPr lang="zh-TW" altLang="en-US"/>
        </a:p>
      </dgm:t>
    </dgm:pt>
    <dgm:pt modelId="{05ED9731-05DD-3047-A48E-9E93F782B9F0}" type="sibTrans" cxnId="{81AA78E6-065E-ED4E-83C9-8177D4FA455F}">
      <dgm:prSet/>
      <dgm:spPr/>
      <dgm:t>
        <a:bodyPr/>
        <a:lstStyle/>
        <a:p>
          <a:endParaRPr lang="zh-TW" altLang="en-US"/>
        </a:p>
      </dgm:t>
    </dgm:pt>
    <dgm:pt modelId="{2AC98C97-86CD-C744-BD9A-C6D580EC1121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Heap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A9E11B-26FF-6748-8969-9DC4516C3246}" type="parTrans" cxnId="{8384D993-6E21-1D47-AD8A-FF7275F93C27}">
      <dgm:prSet/>
      <dgm:spPr/>
      <dgm:t>
        <a:bodyPr/>
        <a:lstStyle/>
        <a:p>
          <a:endParaRPr lang="zh-TW" altLang="en-US"/>
        </a:p>
      </dgm:t>
    </dgm:pt>
    <dgm:pt modelId="{B668428A-A7ED-5C4A-8B46-67F538EEA5AB}" type="sibTrans" cxnId="{8384D993-6E21-1D47-AD8A-FF7275F93C27}">
      <dgm:prSet/>
      <dgm:spPr/>
      <dgm:t>
        <a:bodyPr/>
        <a:lstStyle/>
        <a:p>
          <a:endParaRPr lang="zh-TW" altLang="en-US"/>
        </a:p>
      </dgm:t>
    </dgm:pt>
    <dgm:pt modelId="{63C6C4B9-8E67-FA4D-8524-AF28AB064D3D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N-</a:t>
          </a:r>
          <a:r>
            <a:rPr lang="en-US" altLang="zh-TW" sz="1000" dirty="0" err="1">
              <a:latin typeface="Arial" panose="020B0604020202020204" pitchFamily="34" charset="0"/>
              <a:cs typeface="Arial" panose="020B0604020202020204" pitchFamily="34" charset="0"/>
            </a:rPr>
            <a:t>th</a:t>
          </a:r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 max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4DEFB5-2E92-9E41-9321-28D521425D2C}" type="parTrans" cxnId="{2412D7D8-A8DF-344E-8E22-5216553CC9CC}">
      <dgm:prSet/>
      <dgm:spPr/>
      <dgm:t>
        <a:bodyPr/>
        <a:lstStyle/>
        <a:p>
          <a:endParaRPr lang="zh-TW" altLang="en-US"/>
        </a:p>
      </dgm:t>
    </dgm:pt>
    <dgm:pt modelId="{E5C203DF-292C-7749-90C6-7A0E263C0EF9}" type="sibTrans" cxnId="{2412D7D8-A8DF-344E-8E22-5216553CC9CC}">
      <dgm:prSet/>
      <dgm:spPr/>
      <dgm:t>
        <a:bodyPr/>
        <a:lstStyle/>
        <a:p>
          <a:endParaRPr lang="zh-TW" altLang="en-US"/>
        </a:p>
      </dgm:t>
    </dgm:pt>
    <dgm:pt modelId="{4B5A19BE-B89A-AD40-AEE3-D7068B5AC6AE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Priority   queue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CF1A5D-1422-224C-886E-908C7073DFF3}" type="parTrans" cxnId="{DC516D14-AB23-8A49-AE01-4C6BC7A8AAB9}">
      <dgm:prSet/>
      <dgm:spPr/>
      <dgm:t>
        <a:bodyPr/>
        <a:lstStyle/>
        <a:p>
          <a:endParaRPr lang="zh-TW" altLang="en-US"/>
        </a:p>
      </dgm:t>
    </dgm:pt>
    <dgm:pt modelId="{3CAEC834-D084-C843-9539-720FC0A32BAF}" type="sibTrans" cxnId="{DC516D14-AB23-8A49-AE01-4C6BC7A8AAB9}">
      <dgm:prSet/>
      <dgm:spPr/>
      <dgm:t>
        <a:bodyPr/>
        <a:lstStyle/>
        <a:p>
          <a:endParaRPr lang="zh-TW" altLang="en-US"/>
        </a:p>
      </dgm:t>
    </dgm:pt>
    <dgm:pt modelId="{0E281403-D2B0-9E4B-B270-D0C36855A987}" type="pres">
      <dgm:prSet presAssocID="{25FF79B9-8A4E-2846-8389-DA2539AC0E9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7995FCC-BA26-194C-A73F-813ACF86BC2A}" type="pres">
      <dgm:prSet presAssocID="{FFBA6F8E-9722-274D-8EB3-81DF6DADB165}" presName="hierRoot1" presStyleCnt="0">
        <dgm:presLayoutVars>
          <dgm:hierBranch val="init"/>
        </dgm:presLayoutVars>
      </dgm:prSet>
      <dgm:spPr/>
    </dgm:pt>
    <dgm:pt modelId="{2CCD008A-276D-FD45-8822-EDD61B1F1916}" type="pres">
      <dgm:prSet presAssocID="{FFBA6F8E-9722-274D-8EB3-81DF6DADB165}" presName="rootComposite1" presStyleCnt="0"/>
      <dgm:spPr/>
    </dgm:pt>
    <dgm:pt modelId="{1B4FA5AE-6D54-EC45-A6B8-44AAE9A6F5E5}" type="pres">
      <dgm:prSet presAssocID="{FFBA6F8E-9722-274D-8EB3-81DF6DADB165}" presName="rootText1" presStyleLbl="node0" presStyleIdx="0" presStyleCnt="1" custScaleX="205346">
        <dgm:presLayoutVars>
          <dgm:chPref val="3"/>
        </dgm:presLayoutVars>
      </dgm:prSet>
      <dgm:spPr/>
    </dgm:pt>
    <dgm:pt modelId="{F34E717F-CEE8-1546-92E5-7C4BEC135981}" type="pres">
      <dgm:prSet presAssocID="{FFBA6F8E-9722-274D-8EB3-81DF6DADB165}" presName="rootConnector1" presStyleLbl="node1" presStyleIdx="0" presStyleCnt="0"/>
      <dgm:spPr/>
    </dgm:pt>
    <dgm:pt modelId="{2F94D01E-77E4-F34C-9DFF-501493338F48}" type="pres">
      <dgm:prSet presAssocID="{FFBA6F8E-9722-274D-8EB3-81DF6DADB165}" presName="hierChild2" presStyleCnt="0"/>
      <dgm:spPr/>
    </dgm:pt>
    <dgm:pt modelId="{F777DFC4-7111-154F-B309-9519F20588E6}" type="pres">
      <dgm:prSet presAssocID="{D7F6F72D-83F3-1542-AB0B-A0F79919C62A}" presName="Name37" presStyleLbl="parChTrans1D2" presStyleIdx="0" presStyleCnt="8"/>
      <dgm:spPr/>
    </dgm:pt>
    <dgm:pt modelId="{B3C9114C-650F-9C48-B53C-348270EB54D3}" type="pres">
      <dgm:prSet presAssocID="{615322EC-29D0-BE4B-9E81-485EC64B34AD}" presName="hierRoot2" presStyleCnt="0">
        <dgm:presLayoutVars>
          <dgm:hierBranch val="init"/>
        </dgm:presLayoutVars>
      </dgm:prSet>
      <dgm:spPr/>
    </dgm:pt>
    <dgm:pt modelId="{4D1DBBB9-4210-4440-A3AA-F69A0A374425}" type="pres">
      <dgm:prSet presAssocID="{615322EC-29D0-BE4B-9E81-485EC64B34AD}" presName="rootComposite" presStyleCnt="0"/>
      <dgm:spPr/>
    </dgm:pt>
    <dgm:pt modelId="{2886F659-6E89-BF4A-9E9B-09623E8A0CC6}" type="pres">
      <dgm:prSet presAssocID="{615322EC-29D0-BE4B-9E81-485EC64B34AD}" presName="rootText" presStyleLbl="node2" presStyleIdx="0" presStyleCnt="8">
        <dgm:presLayoutVars>
          <dgm:chPref val="3"/>
        </dgm:presLayoutVars>
      </dgm:prSet>
      <dgm:spPr/>
    </dgm:pt>
    <dgm:pt modelId="{349B1ED7-6B4C-2949-8D41-469C057AF3FD}" type="pres">
      <dgm:prSet presAssocID="{615322EC-29D0-BE4B-9E81-485EC64B34AD}" presName="rootConnector" presStyleLbl="node2" presStyleIdx="0" presStyleCnt="8"/>
      <dgm:spPr/>
    </dgm:pt>
    <dgm:pt modelId="{3DCB72DC-CB38-B047-A0D5-559AA90D7B21}" type="pres">
      <dgm:prSet presAssocID="{615322EC-29D0-BE4B-9E81-485EC64B34AD}" presName="hierChild4" presStyleCnt="0"/>
      <dgm:spPr/>
    </dgm:pt>
    <dgm:pt modelId="{EB4D5CBC-5CFD-E64E-94DC-D7DD6C39BABC}" type="pres">
      <dgm:prSet presAssocID="{B575CBB5-8761-9946-BD17-CD458C435D86}" presName="Name37" presStyleLbl="parChTrans1D3" presStyleIdx="0" presStyleCnt="24"/>
      <dgm:spPr/>
    </dgm:pt>
    <dgm:pt modelId="{AC061B37-1439-8D46-ADFB-32E0EF47EEB2}" type="pres">
      <dgm:prSet presAssocID="{737B4950-C266-6E45-9829-4E496D4C5CEA}" presName="hierRoot2" presStyleCnt="0">
        <dgm:presLayoutVars>
          <dgm:hierBranch val="init"/>
        </dgm:presLayoutVars>
      </dgm:prSet>
      <dgm:spPr/>
    </dgm:pt>
    <dgm:pt modelId="{DBD4CEE6-6172-474F-9A8C-F6441361EFB6}" type="pres">
      <dgm:prSet presAssocID="{737B4950-C266-6E45-9829-4E496D4C5CEA}" presName="rootComposite" presStyleCnt="0"/>
      <dgm:spPr/>
    </dgm:pt>
    <dgm:pt modelId="{B4FBC950-3436-5547-B874-96C0921DAD13}" type="pres">
      <dgm:prSet presAssocID="{737B4950-C266-6E45-9829-4E496D4C5CEA}" presName="rootText" presStyleLbl="node3" presStyleIdx="0" presStyleCnt="24">
        <dgm:presLayoutVars>
          <dgm:chPref val="3"/>
        </dgm:presLayoutVars>
      </dgm:prSet>
      <dgm:spPr/>
    </dgm:pt>
    <dgm:pt modelId="{2BB3EFCB-3D1A-274B-9C8A-B21D61F4B3C5}" type="pres">
      <dgm:prSet presAssocID="{737B4950-C266-6E45-9829-4E496D4C5CEA}" presName="rootConnector" presStyleLbl="node3" presStyleIdx="0" presStyleCnt="24"/>
      <dgm:spPr/>
    </dgm:pt>
    <dgm:pt modelId="{8D4E4590-FB53-FE4D-BC19-7598AA14CF51}" type="pres">
      <dgm:prSet presAssocID="{737B4950-C266-6E45-9829-4E496D4C5CEA}" presName="hierChild4" presStyleCnt="0"/>
      <dgm:spPr/>
    </dgm:pt>
    <dgm:pt modelId="{9577CC4D-03F4-0E43-870D-5BF14A68EA99}" type="pres">
      <dgm:prSet presAssocID="{737B4950-C266-6E45-9829-4E496D4C5CEA}" presName="hierChild5" presStyleCnt="0"/>
      <dgm:spPr/>
    </dgm:pt>
    <dgm:pt modelId="{765C4C13-876D-2B41-8298-69B0ACAF8616}" type="pres">
      <dgm:prSet presAssocID="{53AB89B8-2CEB-8B4F-A4A5-9E144AC05308}" presName="Name37" presStyleLbl="parChTrans1D3" presStyleIdx="1" presStyleCnt="24"/>
      <dgm:spPr/>
    </dgm:pt>
    <dgm:pt modelId="{690EC0C3-055B-E945-9D45-B5499733E01C}" type="pres">
      <dgm:prSet presAssocID="{38CCC40C-91F2-DF4D-9924-16145272738B}" presName="hierRoot2" presStyleCnt="0">
        <dgm:presLayoutVars>
          <dgm:hierBranch val="init"/>
        </dgm:presLayoutVars>
      </dgm:prSet>
      <dgm:spPr/>
    </dgm:pt>
    <dgm:pt modelId="{A66B13FB-28DB-8B43-BC40-1B3AE1C5E17E}" type="pres">
      <dgm:prSet presAssocID="{38CCC40C-91F2-DF4D-9924-16145272738B}" presName="rootComposite" presStyleCnt="0"/>
      <dgm:spPr/>
    </dgm:pt>
    <dgm:pt modelId="{F0627D8D-C6AA-E04D-804F-F7DC3893F37C}" type="pres">
      <dgm:prSet presAssocID="{38CCC40C-91F2-DF4D-9924-16145272738B}" presName="rootText" presStyleLbl="node3" presStyleIdx="1" presStyleCnt="24">
        <dgm:presLayoutVars>
          <dgm:chPref val="3"/>
        </dgm:presLayoutVars>
      </dgm:prSet>
      <dgm:spPr/>
    </dgm:pt>
    <dgm:pt modelId="{D04DA2FB-249E-4B43-A9E9-1D4320DCF19E}" type="pres">
      <dgm:prSet presAssocID="{38CCC40C-91F2-DF4D-9924-16145272738B}" presName="rootConnector" presStyleLbl="node3" presStyleIdx="1" presStyleCnt="24"/>
      <dgm:spPr/>
    </dgm:pt>
    <dgm:pt modelId="{53516365-A8EC-EA4D-BB59-FA66F21EC737}" type="pres">
      <dgm:prSet presAssocID="{38CCC40C-91F2-DF4D-9924-16145272738B}" presName="hierChild4" presStyleCnt="0"/>
      <dgm:spPr/>
    </dgm:pt>
    <dgm:pt modelId="{272CE4A2-6560-CD43-A055-9BA0E96D3517}" type="pres">
      <dgm:prSet presAssocID="{38CCC40C-91F2-DF4D-9924-16145272738B}" presName="hierChild5" presStyleCnt="0"/>
      <dgm:spPr/>
    </dgm:pt>
    <dgm:pt modelId="{51EB7D5B-8373-994C-9B47-B5BCB42716A9}" type="pres">
      <dgm:prSet presAssocID="{615322EC-29D0-BE4B-9E81-485EC64B34AD}" presName="hierChild5" presStyleCnt="0"/>
      <dgm:spPr/>
    </dgm:pt>
    <dgm:pt modelId="{F7C396C5-F04D-0049-A91D-C8ACF52F3BA5}" type="pres">
      <dgm:prSet presAssocID="{D86BA47F-AB99-9144-BA7E-17DC7013E8A9}" presName="Name37" presStyleLbl="parChTrans1D2" presStyleIdx="1" presStyleCnt="8"/>
      <dgm:spPr/>
    </dgm:pt>
    <dgm:pt modelId="{0966D764-14C3-7942-831D-017D5E6E1E99}" type="pres">
      <dgm:prSet presAssocID="{27078715-07FC-724F-85C1-3F6DC18DE89F}" presName="hierRoot2" presStyleCnt="0">
        <dgm:presLayoutVars>
          <dgm:hierBranch val="init"/>
        </dgm:presLayoutVars>
      </dgm:prSet>
      <dgm:spPr/>
    </dgm:pt>
    <dgm:pt modelId="{51A8E487-435F-6443-B918-179D344D09D3}" type="pres">
      <dgm:prSet presAssocID="{27078715-07FC-724F-85C1-3F6DC18DE89F}" presName="rootComposite" presStyleCnt="0"/>
      <dgm:spPr/>
    </dgm:pt>
    <dgm:pt modelId="{14A255AF-1673-7644-8DF7-86489B12401C}" type="pres">
      <dgm:prSet presAssocID="{27078715-07FC-724F-85C1-3F6DC18DE89F}" presName="rootText" presStyleLbl="node2" presStyleIdx="1" presStyleCnt="8">
        <dgm:presLayoutVars>
          <dgm:chPref val="3"/>
        </dgm:presLayoutVars>
      </dgm:prSet>
      <dgm:spPr/>
    </dgm:pt>
    <dgm:pt modelId="{3F71694B-32A0-3B40-ABBE-1CCC1EF13530}" type="pres">
      <dgm:prSet presAssocID="{27078715-07FC-724F-85C1-3F6DC18DE89F}" presName="rootConnector" presStyleLbl="node2" presStyleIdx="1" presStyleCnt="8"/>
      <dgm:spPr/>
    </dgm:pt>
    <dgm:pt modelId="{93979C63-D27B-0744-959D-A35E240D3C54}" type="pres">
      <dgm:prSet presAssocID="{27078715-07FC-724F-85C1-3F6DC18DE89F}" presName="hierChild4" presStyleCnt="0"/>
      <dgm:spPr/>
    </dgm:pt>
    <dgm:pt modelId="{B8FE4AFB-EBD3-EA4C-B16B-2FC370616CD3}" type="pres">
      <dgm:prSet presAssocID="{AED895CA-490C-FC4D-B209-4F1E028C4EE0}" presName="Name37" presStyleLbl="parChTrans1D3" presStyleIdx="2" presStyleCnt="24"/>
      <dgm:spPr/>
    </dgm:pt>
    <dgm:pt modelId="{C436139A-6E74-A748-A3DB-4BD98DA1A226}" type="pres">
      <dgm:prSet presAssocID="{E9D01155-9BCB-DF4F-A71F-1AEB8A56169C}" presName="hierRoot2" presStyleCnt="0">
        <dgm:presLayoutVars>
          <dgm:hierBranch val="init"/>
        </dgm:presLayoutVars>
      </dgm:prSet>
      <dgm:spPr/>
    </dgm:pt>
    <dgm:pt modelId="{89C3A576-EB3F-BA43-81C1-576A3AF97340}" type="pres">
      <dgm:prSet presAssocID="{E9D01155-9BCB-DF4F-A71F-1AEB8A56169C}" presName="rootComposite" presStyleCnt="0"/>
      <dgm:spPr/>
    </dgm:pt>
    <dgm:pt modelId="{0D4EE3D3-840D-3E4D-A89D-08C23105C712}" type="pres">
      <dgm:prSet presAssocID="{E9D01155-9BCB-DF4F-A71F-1AEB8A56169C}" presName="rootText" presStyleLbl="node3" presStyleIdx="2" presStyleCnt="24">
        <dgm:presLayoutVars>
          <dgm:chPref val="3"/>
        </dgm:presLayoutVars>
      </dgm:prSet>
      <dgm:spPr/>
    </dgm:pt>
    <dgm:pt modelId="{1AC52274-9E80-A248-8CE5-C5A7C3F6B707}" type="pres">
      <dgm:prSet presAssocID="{E9D01155-9BCB-DF4F-A71F-1AEB8A56169C}" presName="rootConnector" presStyleLbl="node3" presStyleIdx="2" presStyleCnt="24"/>
      <dgm:spPr/>
    </dgm:pt>
    <dgm:pt modelId="{F94C6E39-2F68-7B42-983B-FD7090E04637}" type="pres">
      <dgm:prSet presAssocID="{E9D01155-9BCB-DF4F-A71F-1AEB8A56169C}" presName="hierChild4" presStyleCnt="0"/>
      <dgm:spPr/>
    </dgm:pt>
    <dgm:pt modelId="{44FA3D1D-D4BA-7A41-B1CA-8E8C9BA62D48}" type="pres">
      <dgm:prSet presAssocID="{E9D01155-9BCB-DF4F-A71F-1AEB8A56169C}" presName="hierChild5" presStyleCnt="0"/>
      <dgm:spPr/>
    </dgm:pt>
    <dgm:pt modelId="{CA5FEC52-D3C0-AF48-ACE6-3DBEE7C09076}" type="pres">
      <dgm:prSet presAssocID="{E70A4B65-C003-E240-BD8B-F4DA6AB47F2A}" presName="Name37" presStyleLbl="parChTrans1D3" presStyleIdx="3" presStyleCnt="24"/>
      <dgm:spPr/>
    </dgm:pt>
    <dgm:pt modelId="{E926216B-D131-AF43-9C7E-2DAC080CAA0F}" type="pres">
      <dgm:prSet presAssocID="{C247235E-1C04-E34B-9CCF-E05A8A6C995F}" presName="hierRoot2" presStyleCnt="0">
        <dgm:presLayoutVars>
          <dgm:hierBranch val="init"/>
        </dgm:presLayoutVars>
      </dgm:prSet>
      <dgm:spPr/>
    </dgm:pt>
    <dgm:pt modelId="{409CE5B3-024C-2142-AA29-21BE793397C5}" type="pres">
      <dgm:prSet presAssocID="{C247235E-1C04-E34B-9CCF-E05A8A6C995F}" presName="rootComposite" presStyleCnt="0"/>
      <dgm:spPr/>
    </dgm:pt>
    <dgm:pt modelId="{CB711D15-F532-2340-BD6F-71E83649A936}" type="pres">
      <dgm:prSet presAssocID="{C247235E-1C04-E34B-9CCF-E05A8A6C995F}" presName="rootText" presStyleLbl="node3" presStyleIdx="3" presStyleCnt="24">
        <dgm:presLayoutVars>
          <dgm:chPref val="3"/>
        </dgm:presLayoutVars>
      </dgm:prSet>
      <dgm:spPr/>
    </dgm:pt>
    <dgm:pt modelId="{63B73343-3535-5643-95F9-E59B63510F23}" type="pres">
      <dgm:prSet presAssocID="{C247235E-1C04-E34B-9CCF-E05A8A6C995F}" presName="rootConnector" presStyleLbl="node3" presStyleIdx="3" presStyleCnt="24"/>
      <dgm:spPr/>
    </dgm:pt>
    <dgm:pt modelId="{3C867F13-7888-FE42-BB42-AB2CDF8F9754}" type="pres">
      <dgm:prSet presAssocID="{C247235E-1C04-E34B-9CCF-E05A8A6C995F}" presName="hierChild4" presStyleCnt="0"/>
      <dgm:spPr/>
    </dgm:pt>
    <dgm:pt modelId="{311237E8-4288-0F4D-97F7-426D881463BE}" type="pres">
      <dgm:prSet presAssocID="{C247235E-1C04-E34B-9CCF-E05A8A6C995F}" presName="hierChild5" presStyleCnt="0"/>
      <dgm:spPr/>
    </dgm:pt>
    <dgm:pt modelId="{BBBE2A37-BCC9-EE4D-899C-5D4A557B616C}" type="pres">
      <dgm:prSet presAssocID="{52A969AE-EFFA-294C-B284-D5A928CC3992}" presName="Name37" presStyleLbl="parChTrans1D3" presStyleIdx="4" presStyleCnt="24"/>
      <dgm:spPr/>
    </dgm:pt>
    <dgm:pt modelId="{A37269D7-D07E-CE4B-9882-502F3039F509}" type="pres">
      <dgm:prSet presAssocID="{BD5CEA55-4808-7B46-BA9B-76C217B50A17}" presName="hierRoot2" presStyleCnt="0">
        <dgm:presLayoutVars>
          <dgm:hierBranch val="init"/>
        </dgm:presLayoutVars>
      </dgm:prSet>
      <dgm:spPr/>
    </dgm:pt>
    <dgm:pt modelId="{7709A5B2-3FE4-994C-A2BA-FECF94E3EDFB}" type="pres">
      <dgm:prSet presAssocID="{BD5CEA55-4808-7B46-BA9B-76C217B50A17}" presName="rootComposite" presStyleCnt="0"/>
      <dgm:spPr/>
    </dgm:pt>
    <dgm:pt modelId="{083A3DB8-3784-B14F-B09D-EC1C404C64C1}" type="pres">
      <dgm:prSet presAssocID="{BD5CEA55-4808-7B46-BA9B-76C217B50A17}" presName="rootText" presStyleLbl="node3" presStyleIdx="4" presStyleCnt="24">
        <dgm:presLayoutVars>
          <dgm:chPref val="3"/>
        </dgm:presLayoutVars>
      </dgm:prSet>
      <dgm:spPr>
        <a:xfrm>
          <a:off x="1952696" y="2405080"/>
          <a:ext cx="845795" cy="422897"/>
        </a:xfrm>
        <a:prstGeom prst="rect">
          <a:avLst/>
        </a:prstGeom>
      </dgm:spPr>
    </dgm:pt>
    <dgm:pt modelId="{64321DD3-2753-2848-A3BF-A8BE332797DE}" type="pres">
      <dgm:prSet presAssocID="{BD5CEA55-4808-7B46-BA9B-76C217B50A17}" presName="rootConnector" presStyleLbl="node3" presStyleIdx="4" presStyleCnt="24"/>
      <dgm:spPr/>
    </dgm:pt>
    <dgm:pt modelId="{2B1B2A1C-FAD0-E94D-B3DA-0297E1AA07D1}" type="pres">
      <dgm:prSet presAssocID="{BD5CEA55-4808-7B46-BA9B-76C217B50A17}" presName="hierChild4" presStyleCnt="0"/>
      <dgm:spPr/>
    </dgm:pt>
    <dgm:pt modelId="{B9EAA358-632D-3544-95D1-7C7D2EDE866F}" type="pres">
      <dgm:prSet presAssocID="{BD5CEA55-4808-7B46-BA9B-76C217B50A17}" presName="hierChild5" presStyleCnt="0"/>
      <dgm:spPr/>
    </dgm:pt>
    <dgm:pt modelId="{81735717-B761-4A42-B1BE-D32F25076CEE}" type="pres">
      <dgm:prSet presAssocID="{FC3FB143-C0F8-564B-B3F4-D60C2215782E}" presName="Name37" presStyleLbl="parChTrans1D3" presStyleIdx="5" presStyleCnt="24"/>
      <dgm:spPr/>
    </dgm:pt>
    <dgm:pt modelId="{A634C0D5-6F03-A64B-ADA9-C18181E00942}" type="pres">
      <dgm:prSet presAssocID="{1900234C-230E-ED43-BE4B-2AC60BD160BA}" presName="hierRoot2" presStyleCnt="0">
        <dgm:presLayoutVars>
          <dgm:hierBranch val="init"/>
        </dgm:presLayoutVars>
      </dgm:prSet>
      <dgm:spPr/>
    </dgm:pt>
    <dgm:pt modelId="{06EB3E80-2278-FD43-A7C5-E81B9959EF19}" type="pres">
      <dgm:prSet presAssocID="{1900234C-230E-ED43-BE4B-2AC60BD160BA}" presName="rootComposite" presStyleCnt="0"/>
      <dgm:spPr/>
    </dgm:pt>
    <dgm:pt modelId="{B8FDF131-DD4B-A041-B01C-80FD576B6158}" type="pres">
      <dgm:prSet presAssocID="{1900234C-230E-ED43-BE4B-2AC60BD160BA}" presName="rootText" presStyleLbl="node3" presStyleIdx="5" presStyleCnt="24">
        <dgm:presLayoutVars>
          <dgm:chPref val="3"/>
        </dgm:presLayoutVars>
      </dgm:prSet>
      <dgm:spPr>
        <a:xfrm>
          <a:off x="1952696" y="3005595"/>
          <a:ext cx="845795" cy="422897"/>
        </a:xfrm>
        <a:prstGeom prst="rect">
          <a:avLst/>
        </a:prstGeom>
      </dgm:spPr>
    </dgm:pt>
    <dgm:pt modelId="{05DE09AC-1517-3E47-8011-481CD4751A89}" type="pres">
      <dgm:prSet presAssocID="{1900234C-230E-ED43-BE4B-2AC60BD160BA}" presName="rootConnector" presStyleLbl="node3" presStyleIdx="5" presStyleCnt="24"/>
      <dgm:spPr/>
    </dgm:pt>
    <dgm:pt modelId="{265328D9-F974-4D46-8507-0E1A86E595F8}" type="pres">
      <dgm:prSet presAssocID="{1900234C-230E-ED43-BE4B-2AC60BD160BA}" presName="hierChild4" presStyleCnt="0"/>
      <dgm:spPr/>
    </dgm:pt>
    <dgm:pt modelId="{9F615C9D-B529-9045-9A5D-A7FD4253D428}" type="pres">
      <dgm:prSet presAssocID="{1900234C-230E-ED43-BE4B-2AC60BD160BA}" presName="hierChild5" presStyleCnt="0"/>
      <dgm:spPr/>
    </dgm:pt>
    <dgm:pt modelId="{C7ED0B91-EA5C-914F-BFF4-585C84358883}" type="pres">
      <dgm:prSet presAssocID="{F77D3EE8-0A30-ED40-9A10-2F2F488BB043}" presName="Name37" presStyleLbl="parChTrans1D3" presStyleIdx="6" presStyleCnt="24"/>
      <dgm:spPr/>
    </dgm:pt>
    <dgm:pt modelId="{D29BBF16-D271-A449-8CAF-FE5BFDB728B8}" type="pres">
      <dgm:prSet presAssocID="{84A008EA-9777-3D49-ADD4-F7E6AE1E304F}" presName="hierRoot2" presStyleCnt="0">
        <dgm:presLayoutVars>
          <dgm:hierBranch val="init"/>
        </dgm:presLayoutVars>
      </dgm:prSet>
      <dgm:spPr/>
    </dgm:pt>
    <dgm:pt modelId="{AD7544BE-3397-914B-9B35-46540AAFBD20}" type="pres">
      <dgm:prSet presAssocID="{84A008EA-9777-3D49-ADD4-F7E6AE1E304F}" presName="rootComposite" presStyleCnt="0"/>
      <dgm:spPr/>
    </dgm:pt>
    <dgm:pt modelId="{8D801C39-A2D2-FF49-B278-48B59A8FF682}" type="pres">
      <dgm:prSet presAssocID="{84A008EA-9777-3D49-ADD4-F7E6AE1E304F}" presName="rootText" presStyleLbl="node3" presStyleIdx="6" presStyleCnt="24">
        <dgm:presLayoutVars>
          <dgm:chPref val="3"/>
        </dgm:presLayoutVars>
      </dgm:prSet>
      <dgm:spPr>
        <a:xfrm>
          <a:off x="1952696" y="3606109"/>
          <a:ext cx="845795" cy="422897"/>
        </a:xfrm>
        <a:prstGeom prst="rect">
          <a:avLst/>
        </a:prstGeom>
      </dgm:spPr>
    </dgm:pt>
    <dgm:pt modelId="{D5943A0D-5343-F740-976D-6404C54DB166}" type="pres">
      <dgm:prSet presAssocID="{84A008EA-9777-3D49-ADD4-F7E6AE1E304F}" presName="rootConnector" presStyleLbl="node3" presStyleIdx="6" presStyleCnt="24"/>
      <dgm:spPr/>
    </dgm:pt>
    <dgm:pt modelId="{5710385F-F6DF-5349-9B80-487C3798AA2F}" type="pres">
      <dgm:prSet presAssocID="{84A008EA-9777-3D49-ADD4-F7E6AE1E304F}" presName="hierChild4" presStyleCnt="0"/>
      <dgm:spPr/>
    </dgm:pt>
    <dgm:pt modelId="{B7D3CA67-B21C-7245-8C08-E6133D8989D8}" type="pres">
      <dgm:prSet presAssocID="{84A008EA-9777-3D49-ADD4-F7E6AE1E304F}" presName="hierChild5" presStyleCnt="0"/>
      <dgm:spPr/>
    </dgm:pt>
    <dgm:pt modelId="{184D4CED-BB8D-A546-A0EE-820D7FFA939A}" type="pres">
      <dgm:prSet presAssocID="{6862E79C-4760-7F45-ABC7-8C27CA5AAA16}" presName="Name37" presStyleLbl="parChTrans1D3" presStyleIdx="7" presStyleCnt="24"/>
      <dgm:spPr/>
    </dgm:pt>
    <dgm:pt modelId="{A897F0E8-9812-BB49-A4B3-2BA0CAC4F106}" type="pres">
      <dgm:prSet presAssocID="{57F013FB-B0E6-3948-A1D0-16C6F400F7B7}" presName="hierRoot2" presStyleCnt="0">
        <dgm:presLayoutVars>
          <dgm:hierBranch val="init"/>
        </dgm:presLayoutVars>
      </dgm:prSet>
      <dgm:spPr/>
    </dgm:pt>
    <dgm:pt modelId="{DC1E6374-56E2-5845-B7DD-753066347938}" type="pres">
      <dgm:prSet presAssocID="{57F013FB-B0E6-3948-A1D0-16C6F400F7B7}" presName="rootComposite" presStyleCnt="0"/>
      <dgm:spPr/>
    </dgm:pt>
    <dgm:pt modelId="{D7AD1EBE-59E5-5048-BB44-E5298BD29E72}" type="pres">
      <dgm:prSet presAssocID="{57F013FB-B0E6-3948-A1D0-16C6F400F7B7}" presName="rootText" presStyleLbl="node3" presStyleIdx="7" presStyleCnt="24">
        <dgm:presLayoutVars>
          <dgm:chPref val="3"/>
        </dgm:presLayoutVars>
      </dgm:prSet>
      <dgm:spPr/>
    </dgm:pt>
    <dgm:pt modelId="{6DF788F5-EB24-584E-9546-44D9FD4F7E89}" type="pres">
      <dgm:prSet presAssocID="{57F013FB-B0E6-3948-A1D0-16C6F400F7B7}" presName="rootConnector" presStyleLbl="node3" presStyleIdx="7" presStyleCnt="24"/>
      <dgm:spPr/>
    </dgm:pt>
    <dgm:pt modelId="{0815AEE7-9110-EB49-B6F3-891C8DE3FF6B}" type="pres">
      <dgm:prSet presAssocID="{57F013FB-B0E6-3948-A1D0-16C6F400F7B7}" presName="hierChild4" presStyleCnt="0"/>
      <dgm:spPr/>
    </dgm:pt>
    <dgm:pt modelId="{9101DF8B-CC00-D042-987C-9F3161957FF6}" type="pres">
      <dgm:prSet presAssocID="{57F013FB-B0E6-3948-A1D0-16C6F400F7B7}" presName="hierChild5" presStyleCnt="0"/>
      <dgm:spPr/>
    </dgm:pt>
    <dgm:pt modelId="{4CCD96DD-B77A-5748-B0FE-16D1655516EC}" type="pres">
      <dgm:prSet presAssocID="{27078715-07FC-724F-85C1-3F6DC18DE89F}" presName="hierChild5" presStyleCnt="0"/>
      <dgm:spPr/>
    </dgm:pt>
    <dgm:pt modelId="{FB73B519-5341-8C41-A16C-DB750153B6EB}" type="pres">
      <dgm:prSet presAssocID="{95874934-D5FF-BA4F-8423-99343BBB852C}" presName="Name37" presStyleLbl="parChTrans1D2" presStyleIdx="2" presStyleCnt="8"/>
      <dgm:spPr/>
    </dgm:pt>
    <dgm:pt modelId="{7460F238-23BF-DE47-9AC5-9853D9A21BBF}" type="pres">
      <dgm:prSet presAssocID="{C1262EB9-29ED-CB4D-B602-F032BD5CC26A}" presName="hierRoot2" presStyleCnt="0">
        <dgm:presLayoutVars>
          <dgm:hierBranch val="init"/>
        </dgm:presLayoutVars>
      </dgm:prSet>
      <dgm:spPr/>
    </dgm:pt>
    <dgm:pt modelId="{86E39DD2-B1AF-7B4F-9647-F87EDE8449B6}" type="pres">
      <dgm:prSet presAssocID="{C1262EB9-29ED-CB4D-B602-F032BD5CC26A}" presName="rootComposite" presStyleCnt="0"/>
      <dgm:spPr/>
    </dgm:pt>
    <dgm:pt modelId="{9B548B30-8B19-854E-805C-72430CF92AC8}" type="pres">
      <dgm:prSet presAssocID="{C1262EB9-29ED-CB4D-B602-F032BD5CC26A}" presName="rootText" presStyleLbl="node2" presStyleIdx="2" presStyleCnt="8">
        <dgm:presLayoutVars>
          <dgm:chPref val="3"/>
        </dgm:presLayoutVars>
      </dgm:prSet>
      <dgm:spPr/>
    </dgm:pt>
    <dgm:pt modelId="{90356221-47B6-104A-AD13-30FEC8D9D872}" type="pres">
      <dgm:prSet presAssocID="{C1262EB9-29ED-CB4D-B602-F032BD5CC26A}" presName="rootConnector" presStyleLbl="node2" presStyleIdx="2" presStyleCnt="8"/>
      <dgm:spPr/>
    </dgm:pt>
    <dgm:pt modelId="{26F3314F-4462-F046-90BA-95BB20B0823E}" type="pres">
      <dgm:prSet presAssocID="{C1262EB9-29ED-CB4D-B602-F032BD5CC26A}" presName="hierChild4" presStyleCnt="0"/>
      <dgm:spPr/>
    </dgm:pt>
    <dgm:pt modelId="{743172C3-3363-F54F-9FA3-3950DF47F2B4}" type="pres">
      <dgm:prSet presAssocID="{8C1C897C-7F20-8443-AAFD-FE1B78D08CAF}" presName="Name37" presStyleLbl="parChTrans1D3" presStyleIdx="8" presStyleCnt="24"/>
      <dgm:spPr/>
    </dgm:pt>
    <dgm:pt modelId="{622B0D67-15A5-E243-A850-C65DF55FD773}" type="pres">
      <dgm:prSet presAssocID="{86FA0EE6-A0BE-4C40-BE6C-7F12FD4643ED}" presName="hierRoot2" presStyleCnt="0">
        <dgm:presLayoutVars>
          <dgm:hierBranch val="init"/>
        </dgm:presLayoutVars>
      </dgm:prSet>
      <dgm:spPr/>
    </dgm:pt>
    <dgm:pt modelId="{B8201774-E2DA-7642-91F2-6375D188B412}" type="pres">
      <dgm:prSet presAssocID="{86FA0EE6-A0BE-4C40-BE6C-7F12FD4643ED}" presName="rootComposite" presStyleCnt="0"/>
      <dgm:spPr/>
    </dgm:pt>
    <dgm:pt modelId="{2A289A3D-8DE1-004D-9E92-FA08A37AE63D}" type="pres">
      <dgm:prSet presAssocID="{86FA0EE6-A0BE-4C40-BE6C-7F12FD4643ED}" presName="rootText" presStyleLbl="node3" presStyleIdx="8" presStyleCnt="24">
        <dgm:presLayoutVars>
          <dgm:chPref val="3"/>
        </dgm:presLayoutVars>
      </dgm:prSet>
      <dgm:spPr/>
    </dgm:pt>
    <dgm:pt modelId="{4FAF10BB-4810-2E44-9F56-CEFC4734CFB5}" type="pres">
      <dgm:prSet presAssocID="{86FA0EE6-A0BE-4C40-BE6C-7F12FD4643ED}" presName="rootConnector" presStyleLbl="node3" presStyleIdx="8" presStyleCnt="24"/>
      <dgm:spPr/>
    </dgm:pt>
    <dgm:pt modelId="{26D1800C-628A-1144-8328-0AA174230E68}" type="pres">
      <dgm:prSet presAssocID="{86FA0EE6-A0BE-4C40-BE6C-7F12FD4643ED}" presName="hierChild4" presStyleCnt="0"/>
      <dgm:spPr/>
    </dgm:pt>
    <dgm:pt modelId="{D398CFC9-8AD6-4647-999B-79B22ABCF351}" type="pres">
      <dgm:prSet presAssocID="{86FA0EE6-A0BE-4C40-BE6C-7F12FD4643ED}" presName="hierChild5" presStyleCnt="0"/>
      <dgm:spPr/>
    </dgm:pt>
    <dgm:pt modelId="{B9F063A2-72B0-7344-9CBA-40794A7EC370}" type="pres">
      <dgm:prSet presAssocID="{3E64FE57-201D-754A-9586-2C5054B3D387}" presName="Name37" presStyleLbl="parChTrans1D3" presStyleIdx="9" presStyleCnt="24"/>
      <dgm:spPr/>
    </dgm:pt>
    <dgm:pt modelId="{A192B167-D667-DF45-98E0-6E5BA7EEF1FC}" type="pres">
      <dgm:prSet presAssocID="{661554FF-45CB-9345-8F26-C1E976913741}" presName="hierRoot2" presStyleCnt="0">
        <dgm:presLayoutVars>
          <dgm:hierBranch val="init"/>
        </dgm:presLayoutVars>
      </dgm:prSet>
      <dgm:spPr/>
    </dgm:pt>
    <dgm:pt modelId="{F10C08F4-C3FD-2A4A-ADAD-A4CC59A5DF7E}" type="pres">
      <dgm:prSet presAssocID="{661554FF-45CB-9345-8F26-C1E976913741}" presName="rootComposite" presStyleCnt="0"/>
      <dgm:spPr/>
    </dgm:pt>
    <dgm:pt modelId="{2BC2E83E-9DC0-804A-BFC3-51BC6986B490}" type="pres">
      <dgm:prSet presAssocID="{661554FF-45CB-9345-8F26-C1E976913741}" presName="rootText" presStyleLbl="node3" presStyleIdx="9" presStyleCnt="24">
        <dgm:presLayoutVars>
          <dgm:chPref val="3"/>
        </dgm:presLayoutVars>
      </dgm:prSet>
      <dgm:spPr/>
    </dgm:pt>
    <dgm:pt modelId="{A99A09A5-2725-AF4D-BFDE-6965B350D0FB}" type="pres">
      <dgm:prSet presAssocID="{661554FF-45CB-9345-8F26-C1E976913741}" presName="rootConnector" presStyleLbl="node3" presStyleIdx="9" presStyleCnt="24"/>
      <dgm:spPr/>
    </dgm:pt>
    <dgm:pt modelId="{6454F000-E789-1749-8C31-213C072D7AB6}" type="pres">
      <dgm:prSet presAssocID="{661554FF-45CB-9345-8F26-C1E976913741}" presName="hierChild4" presStyleCnt="0"/>
      <dgm:spPr/>
    </dgm:pt>
    <dgm:pt modelId="{43B58612-DB14-954D-93EA-74F447794720}" type="pres">
      <dgm:prSet presAssocID="{661554FF-45CB-9345-8F26-C1E976913741}" presName="hierChild5" presStyleCnt="0"/>
      <dgm:spPr/>
    </dgm:pt>
    <dgm:pt modelId="{C0A6F397-145F-6248-9382-8C387287696D}" type="pres">
      <dgm:prSet presAssocID="{C1262EB9-29ED-CB4D-B602-F032BD5CC26A}" presName="hierChild5" presStyleCnt="0"/>
      <dgm:spPr/>
    </dgm:pt>
    <dgm:pt modelId="{6C822C9E-835E-5645-AF5D-7834466D4748}" type="pres">
      <dgm:prSet presAssocID="{99C78B52-94E4-714E-9A14-F7E05080D0B9}" presName="Name37" presStyleLbl="parChTrans1D2" presStyleIdx="3" presStyleCnt="8"/>
      <dgm:spPr/>
    </dgm:pt>
    <dgm:pt modelId="{A11D60BE-D709-7D46-9CC9-0FAAFA76395C}" type="pres">
      <dgm:prSet presAssocID="{EA7CE616-30E6-3F4F-89C1-44E5AC482DFC}" presName="hierRoot2" presStyleCnt="0">
        <dgm:presLayoutVars>
          <dgm:hierBranch val="init"/>
        </dgm:presLayoutVars>
      </dgm:prSet>
      <dgm:spPr/>
    </dgm:pt>
    <dgm:pt modelId="{6A66F812-0EE5-6E4E-BA54-E3E0E051D1CE}" type="pres">
      <dgm:prSet presAssocID="{EA7CE616-30E6-3F4F-89C1-44E5AC482DFC}" presName="rootComposite" presStyleCnt="0"/>
      <dgm:spPr/>
    </dgm:pt>
    <dgm:pt modelId="{9ABB7012-2C3A-1F45-A584-55AC9607BB7D}" type="pres">
      <dgm:prSet presAssocID="{EA7CE616-30E6-3F4F-89C1-44E5AC482DFC}" presName="rootText" presStyleLbl="node2" presStyleIdx="3" presStyleCnt="8">
        <dgm:presLayoutVars>
          <dgm:chPref val="3"/>
        </dgm:presLayoutVars>
      </dgm:prSet>
      <dgm:spPr/>
    </dgm:pt>
    <dgm:pt modelId="{B6487BCC-6F97-2843-9712-E2CC5D7D8649}" type="pres">
      <dgm:prSet presAssocID="{EA7CE616-30E6-3F4F-89C1-44E5AC482DFC}" presName="rootConnector" presStyleLbl="node2" presStyleIdx="3" presStyleCnt="8"/>
      <dgm:spPr/>
    </dgm:pt>
    <dgm:pt modelId="{C221ABC6-CDB1-804B-BCE5-1D29AFD0F171}" type="pres">
      <dgm:prSet presAssocID="{EA7CE616-30E6-3F4F-89C1-44E5AC482DFC}" presName="hierChild4" presStyleCnt="0"/>
      <dgm:spPr/>
    </dgm:pt>
    <dgm:pt modelId="{903B2477-238B-1D43-B313-1634EC18F9C2}" type="pres">
      <dgm:prSet presAssocID="{5DEA6109-C1FE-AA45-AF46-BD174D62F4C6}" presName="Name37" presStyleLbl="parChTrans1D3" presStyleIdx="10" presStyleCnt="24"/>
      <dgm:spPr/>
    </dgm:pt>
    <dgm:pt modelId="{3196B345-35DD-9F40-A789-838AB7ACA9B1}" type="pres">
      <dgm:prSet presAssocID="{0E6C66E4-1C4D-A247-9F41-6501204C9699}" presName="hierRoot2" presStyleCnt="0">
        <dgm:presLayoutVars>
          <dgm:hierBranch val="init"/>
        </dgm:presLayoutVars>
      </dgm:prSet>
      <dgm:spPr/>
    </dgm:pt>
    <dgm:pt modelId="{F8776890-FE1F-B942-990D-FF76B6AF43F6}" type="pres">
      <dgm:prSet presAssocID="{0E6C66E4-1C4D-A247-9F41-6501204C9699}" presName="rootComposite" presStyleCnt="0"/>
      <dgm:spPr/>
    </dgm:pt>
    <dgm:pt modelId="{D1529639-8CAA-7C44-8C7C-9AE13CA132E1}" type="pres">
      <dgm:prSet presAssocID="{0E6C66E4-1C4D-A247-9F41-6501204C9699}" presName="rootText" presStyleLbl="node3" presStyleIdx="10" presStyleCnt="24">
        <dgm:presLayoutVars>
          <dgm:chPref val="3"/>
        </dgm:presLayoutVars>
      </dgm:prSet>
      <dgm:spPr/>
    </dgm:pt>
    <dgm:pt modelId="{920085A5-CDB3-CD4C-93B8-9CD84E43832E}" type="pres">
      <dgm:prSet presAssocID="{0E6C66E4-1C4D-A247-9F41-6501204C9699}" presName="rootConnector" presStyleLbl="node3" presStyleIdx="10" presStyleCnt="24"/>
      <dgm:spPr/>
    </dgm:pt>
    <dgm:pt modelId="{2196E5D4-1E1F-5641-B9EF-EB8CF5D88D99}" type="pres">
      <dgm:prSet presAssocID="{0E6C66E4-1C4D-A247-9F41-6501204C9699}" presName="hierChild4" presStyleCnt="0"/>
      <dgm:spPr/>
    </dgm:pt>
    <dgm:pt modelId="{BC55D468-405C-8D41-A757-BD5CBDBEB9AF}" type="pres">
      <dgm:prSet presAssocID="{0E6C66E4-1C4D-A247-9F41-6501204C9699}" presName="hierChild5" presStyleCnt="0"/>
      <dgm:spPr/>
    </dgm:pt>
    <dgm:pt modelId="{26C2D325-22A3-CF4E-B37E-A847CF815492}" type="pres">
      <dgm:prSet presAssocID="{EA7CE616-30E6-3F4F-89C1-44E5AC482DFC}" presName="hierChild5" presStyleCnt="0"/>
      <dgm:spPr/>
    </dgm:pt>
    <dgm:pt modelId="{B1888EB6-C358-EC45-A0AC-AE52079124F3}" type="pres">
      <dgm:prSet presAssocID="{B8A9E11B-26FF-6748-8969-9DC4516C3246}" presName="Name37" presStyleLbl="parChTrans1D2" presStyleIdx="4" presStyleCnt="8"/>
      <dgm:spPr/>
    </dgm:pt>
    <dgm:pt modelId="{A2A7D591-CE2D-8147-9417-18F65058B7DD}" type="pres">
      <dgm:prSet presAssocID="{2AC98C97-86CD-C744-BD9A-C6D580EC1121}" presName="hierRoot2" presStyleCnt="0">
        <dgm:presLayoutVars>
          <dgm:hierBranch val="init"/>
        </dgm:presLayoutVars>
      </dgm:prSet>
      <dgm:spPr/>
    </dgm:pt>
    <dgm:pt modelId="{F84796B4-12BB-0849-97BB-4BA4DAC667AD}" type="pres">
      <dgm:prSet presAssocID="{2AC98C97-86CD-C744-BD9A-C6D580EC1121}" presName="rootComposite" presStyleCnt="0"/>
      <dgm:spPr/>
    </dgm:pt>
    <dgm:pt modelId="{28E97897-196F-3947-858F-5EC95C36F56A}" type="pres">
      <dgm:prSet presAssocID="{2AC98C97-86CD-C744-BD9A-C6D580EC1121}" presName="rootText" presStyleLbl="node2" presStyleIdx="4" presStyleCnt="8">
        <dgm:presLayoutVars>
          <dgm:chPref val="3"/>
        </dgm:presLayoutVars>
      </dgm:prSet>
      <dgm:spPr/>
    </dgm:pt>
    <dgm:pt modelId="{01181A57-6134-B342-A7EF-518128A06C63}" type="pres">
      <dgm:prSet presAssocID="{2AC98C97-86CD-C744-BD9A-C6D580EC1121}" presName="rootConnector" presStyleLbl="node2" presStyleIdx="4" presStyleCnt="8"/>
      <dgm:spPr/>
    </dgm:pt>
    <dgm:pt modelId="{CDF2C94F-516E-E944-99F3-74A11B7AA3E2}" type="pres">
      <dgm:prSet presAssocID="{2AC98C97-86CD-C744-BD9A-C6D580EC1121}" presName="hierChild4" presStyleCnt="0"/>
      <dgm:spPr/>
    </dgm:pt>
    <dgm:pt modelId="{3943AF29-B46A-4047-B9B9-3EF4F944E44A}" type="pres">
      <dgm:prSet presAssocID="{09CF1A5D-1422-224C-886E-908C7073DFF3}" presName="Name37" presStyleLbl="parChTrans1D3" presStyleIdx="11" presStyleCnt="24"/>
      <dgm:spPr/>
    </dgm:pt>
    <dgm:pt modelId="{0B2EC424-9A4C-A44C-881D-4DEE336BEA08}" type="pres">
      <dgm:prSet presAssocID="{4B5A19BE-B89A-AD40-AEE3-D7068B5AC6AE}" presName="hierRoot2" presStyleCnt="0">
        <dgm:presLayoutVars>
          <dgm:hierBranch val="init"/>
        </dgm:presLayoutVars>
      </dgm:prSet>
      <dgm:spPr/>
    </dgm:pt>
    <dgm:pt modelId="{5A80C301-C69F-5B4C-A691-60A7EB42C55B}" type="pres">
      <dgm:prSet presAssocID="{4B5A19BE-B89A-AD40-AEE3-D7068B5AC6AE}" presName="rootComposite" presStyleCnt="0"/>
      <dgm:spPr/>
    </dgm:pt>
    <dgm:pt modelId="{BC97A0F7-4AFF-6845-B01D-AD73CFDAF169}" type="pres">
      <dgm:prSet presAssocID="{4B5A19BE-B89A-AD40-AEE3-D7068B5AC6AE}" presName="rootText" presStyleLbl="node3" presStyleIdx="11" presStyleCnt="24">
        <dgm:presLayoutVars>
          <dgm:chPref val="3"/>
        </dgm:presLayoutVars>
      </dgm:prSet>
      <dgm:spPr/>
    </dgm:pt>
    <dgm:pt modelId="{D11C61C4-6F26-6542-BE30-172D6934BAB1}" type="pres">
      <dgm:prSet presAssocID="{4B5A19BE-B89A-AD40-AEE3-D7068B5AC6AE}" presName="rootConnector" presStyleLbl="node3" presStyleIdx="11" presStyleCnt="24"/>
      <dgm:spPr/>
    </dgm:pt>
    <dgm:pt modelId="{24589BB6-57AA-2B46-BA8D-FB021E342622}" type="pres">
      <dgm:prSet presAssocID="{4B5A19BE-B89A-AD40-AEE3-D7068B5AC6AE}" presName="hierChild4" presStyleCnt="0"/>
      <dgm:spPr/>
    </dgm:pt>
    <dgm:pt modelId="{26EE8828-26C7-E545-9321-B412794EFA13}" type="pres">
      <dgm:prSet presAssocID="{4B5A19BE-B89A-AD40-AEE3-D7068B5AC6AE}" presName="hierChild5" presStyleCnt="0"/>
      <dgm:spPr/>
    </dgm:pt>
    <dgm:pt modelId="{EB71D216-C7A6-C14B-8F9B-AA7DAA5C30DC}" type="pres">
      <dgm:prSet presAssocID="{214DEFB5-2E92-9E41-9321-28D521425D2C}" presName="Name37" presStyleLbl="parChTrans1D3" presStyleIdx="12" presStyleCnt="24"/>
      <dgm:spPr/>
    </dgm:pt>
    <dgm:pt modelId="{A3B77D9C-D1CF-4245-9D6E-B74AFDB6D931}" type="pres">
      <dgm:prSet presAssocID="{63C6C4B9-8E67-FA4D-8524-AF28AB064D3D}" presName="hierRoot2" presStyleCnt="0">
        <dgm:presLayoutVars>
          <dgm:hierBranch val="init"/>
        </dgm:presLayoutVars>
      </dgm:prSet>
      <dgm:spPr/>
    </dgm:pt>
    <dgm:pt modelId="{179A4E57-AB78-CC42-B6B6-7139DA100CA9}" type="pres">
      <dgm:prSet presAssocID="{63C6C4B9-8E67-FA4D-8524-AF28AB064D3D}" presName="rootComposite" presStyleCnt="0"/>
      <dgm:spPr/>
    </dgm:pt>
    <dgm:pt modelId="{E1A29162-EB4F-1349-817B-885DC090AEB8}" type="pres">
      <dgm:prSet presAssocID="{63C6C4B9-8E67-FA4D-8524-AF28AB064D3D}" presName="rootText" presStyleLbl="node3" presStyleIdx="12" presStyleCnt="24">
        <dgm:presLayoutVars>
          <dgm:chPref val="3"/>
        </dgm:presLayoutVars>
      </dgm:prSet>
      <dgm:spPr/>
    </dgm:pt>
    <dgm:pt modelId="{66CD9BBF-F116-984F-BBA3-25870F1912DE}" type="pres">
      <dgm:prSet presAssocID="{63C6C4B9-8E67-FA4D-8524-AF28AB064D3D}" presName="rootConnector" presStyleLbl="node3" presStyleIdx="12" presStyleCnt="24"/>
      <dgm:spPr/>
    </dgm:pt>
    <dgm:pt modelId="{800BF359-F600-774F-BB0D-84A17ED6852E}" type="pres">
      <dgm:prSet presAssocID="{63C6C4B9-8E67-FA4D-8524-AF28AB064D3D}" presName="hierChild4" presStyleCnt="0"/>
      <dgm:spPr/>
    </dgm:pt>
    <dgm:pt modelId="{6727EADB-11AA-5F45-99B5-D12B9CCE7A7E}" type="pres">
      <dgm:prSet presAssocID="{63C6C4B9-8E67-FA4D-8524-AF28AB064D3D}" presName="hierChild5" presStyleCnt="0"/>
      <dgm:spPr/>
    </dgm:pt>
    <dgm:pt modelId="{15A7A9BE-C28F-E743-A5CB-F879F4D346DB}" type="pres">
      <dgm:prSet presAssocID="{2AC98C97-86CD-C744-BD9A-C6D580EC1121}" presName="hierChild5" presStyleCnt="0"/>
      <dgm:spPr/>
    </dgm:pt>
    <dgm:pt modelId="{80992910-58D5-754F-A584-69DE90215F18}" type="pres">
      <dgm:prSet presAssocID="{72B04BB1-CCFF-5344-A824-385AA387567A}" presName="Name37" presStyleLbl="parChTrans1D2" presStyleIdx="5" presStyleCnt="8"/>
      <dgm:spPr/>
    </dgm:pt>
    <dgm:pt modelId="{2CA3EA63-D331-6C45-93FC-87480D487147}" type="pres">
      <dgm:prSet presAssocID="{21C0E740-6142-BF4A-A9CC-28552FF8EB78}" presName="hierRoot2" presStyleCnt="0">
        <dgm:presLayoutVars>
          <dgm:hierBranch val="init"/>
        </dgm:presLayoutVars>
      </dgm:prSet>
      <dgm:spPr/>
    </dgm:pt>
    <dgm:pt modelId="{500BF5B7-6822-9948-A81F-86990A607E6F}" type="pres">
      <dgm:prSet presAssocID="{21C0E740-6142-BF4A-A9CC-28552FF8EB78}" presName="rootComposite" presStyleCnt="0"/>
      <dgm:spPr/>
    </dgm:pt>
    <dgm:pt modelId="{FAA7757E-3C56-E542-8B4B-132D8A6882AD}" type="pres">
      <dgm:prSet presAssocID="{21C0E740-6142-BF4A-A9CC-28552FF8EB78}" presName="rootText" presStyleLbl="node2" presStyleIdx="5" presStyleCnt="8">
        <dgm:presLayoutVars>
          <dgm:chPref val="3"/>
        </dgm:presLayoutVars>
      </dgm:prSet>
      <dgm:spPr/>
    </dgm:pt>
    <dgm:pt modelId="{CEED83AC-5839-2F41-905D-99E50E9BED9E}" type="pres">
      <dgm:prSet presAssocID="{21C0E740-6142-BF4A-A9CC-28552FF8EB78}" presName="rootConnector" presStyleLbl="node2" presStyleIdx="5" presStyleCnt="8"/>
      <dgm:spPr/>
    </dgm:pt>
    <dgm:pt modelId="{F322A5B5-5ACB-3A4F-A0E0-46472DCB1FC4}" type="pres">
      <dgm:prSet presAssocID="{21C0E740-6142-BF4A-A9CC-28552FF8EB78}" presName="hierChild4" presStyleCnt="0"/>
      <dgm:spPr/>
    </dgm:pt>
    <dgm:pt modelId="{AA833209-0935-424D-89A9-5F02A5E8D1E2}" type="pres">
      <dgm:prSet presAssocID="{5FD4DE50-2B66-D048-B5BE-08045BF33514}" presName="Name37" presStyleLbl="parChTrans1D3" presStyleIdx="13" presStyleCnt="24"/>
      <dgm:spPr/>
    </dgm:pt>
    <dgm:pt modelId="{87FC9E49-65E4-A746-BBE9-E93DBAFC7E07}" type="pres">
      <dgm:prSet presAssocID="{026D1170-AB50-4D46-9A32-2B035E463CD4}" presName="hierRoot2" presStyleCnt="0">
        <dgm:presLayoutVars>
          <dgm:hierBranch val="init"/>
        </dgm:presLayoutVars>
      </dgm:prSet>
      <dgm:spPr/>
    </dgm:pt>
    <dgm:pt modelId="{7C737E90-5782-9248-8BCE-F77D904F75E3}" type="pres">
      <dgm:prSet presAssocID="{026D1170-AB50-4D46-9A32-2B035E463CD4}" presName="rootComposite" presStyleCnt="0"/>
      <dgm:spPr/>
    </dgm:pt>
    <dgm:pt modelId="{E4865507-F47C-3140-8802-1B10D03221D0}" type="pres">
      <dgm:prSet presAssocID="{026D1170-AB50-4D46-9A32-2B035E463CD4}" presName="rootText" presStyleLbl="node3" presStyleIdx="13" presStyleCnt="24">
        <dgm:presLayoutVars>
          <dgm:chPref val="3"/>
        </dgm:presLayoutVars>
      </dgm:prSet>
      <dgm:spPr>
        <a:xfrm>
          <a:off x="6046345" y="1204051"/>
          <a:ext cx="845795" cy="422897"/>
        </a:xfrm>
        <a:prstGeom prst="rect">
          <a:avLst/>
        </a:prstGeom>
      </dgm:spPr>
    </dgm:pt>
    <dgm:pt modelId="{1C8B56FD-D2D3-0743-8162-DDF942CA4351}" type="pres">
      <dgm:prSet presAssocID="{026D1170-AB50-4D46-9A32-2B035E463CD4}" presName="rootConnector" presStyleLbl="node3" presStyleIdx="13" presStyleCnt="24"/>
      <dgm:spPr/>
    </dgm:pt>
    <dgm:pt modelId="{F3B05E52-0564-AE49-BF64-FAB713072392}" type="pres">
      <dgm:prSet presAssocID="{026D1170-AB50-4D46-9A32-2B035E463CD4}" presName="hierChild4" presStyleCnt="0"/>
      <dgm:spPr/>
    </dgm:pt>
    <dgm:pt modelId="{9E0EAF9D-B964-3D44-B737-17216C832C9E}" type="pres">
      <dgm:prSet presAssocID="{026D1170-AB50-4D46-9A32-2B035E463CD4}" presName="hierChild5" presStyleCnt="0"/>
      <dgm:spPr/>
    </dgm:pt>
    <dgm:pt modelId="{01642454-5ED4-1C44-BCBB-1187FA8ACAEF}" type="pres">
      <dgm:prSet presAssocID="{C43F9BB9-8500-2F48-83B9-003EAAA2E239}" presName="Name37" presStyleLbl="parChTrans1D3" presStyleIdx="14" presStyleCnt="24"/>
      <dgm:spPr/>
    </dgm:pt>
    <dgm:pt modelId="{62D37DC5-6636-484F-B129-46FED8F814C2}" type="pres">
      <dgm:prSet presAssocID="{F3ADAA2D-DE9B-F641-8D5E-14565C3C81FA}" presName="hierRoot2" presStyleCnt="0">
        <dgm:presLayoutVars>
          <dgm:hierBranch val="init"/>
        </dgm:presLayoutVars>
      </dgm:prSet>
      <dgm:spPr/>
    </dgm:pt>
    <dgm:pt modelId="{0B551A9A-8872-9A40-B2F0-D77F8A65A1B2}" type="pres">
      <dgm:prSet presAssocID="{F3ADAA2D-DE9B-F641-8D5E-14565C3C81FA}" presName="rootComposite" presStyleCnt="0"/>
      <dgm:spPr/>
    </dgm:pt>
    <dgm:pt modelId="{81828ADA-BB3F-C245-8976-C4C60D929515}" type="pres">
      <dgm:prSet presAssocID="{F3ADAA2D-DE9B-F641-8D5E-14565C3C81FA}" presName="rootText" presStyleLbl="node3" presStyleIdx="14" presStyleCnt="24">
        <dgm:presLayoutVars>
          <dgm:chPref val="3"/>
        </dgm:presLayoutVars>
      </dgm:prSet>
      <dgm:spPr>
        <a:xfrm>
          <a:off x="6046345" y="1804565"/>
          <a:ext cx="845795" cy="422897"/>
        </a:xfrm>
        <a:prstGeom prst="rect">
          <a:avLst/>
        </a:prstGeom>
      </dgm:spPr>
    </dgm:pt>
    <dgm:pt modelId="{B1E195A5-937A-0A4D-8492-66CA572CEC29}" type="pres">
      <dgm:prSet presAssocID="{F3ADAA2D-DE9B-F641-8D5E-14565C3C81FA}" presName="rootConnector" presStyleLbl="node3" presStyleIdx="14" presStyleCnt="24"/>
      <dgm:spPr/>
    </dgm:pt>
    <dgm:pt modelId="{EC428D7C-9293-134A-9CB4-FE676184B519}" type="pres">
      <dgm:prSet presAssocID="{F3ADAA2D-DE9B-F641-8D5E-14565C3C81FA}" presName="hierChild4" presStyleCnt="0"/>
      <dgm:spPr/>
    </dgm:pt>
    <dgm:pt modelId="{161B5183-FC1E-7545-8D7A-25568B046D89}" type="pres">
      <dgm:prSet presAssocID="{F3ADAA2D-DE9B-F641-8D5E-14565C3C81FA}" presName="hierChild5" presStyleCnt="0"/>
      <dgm:spPr/>
    </dgm:pt>
    <dgm:pt modelId="{CB3B60F6-0A96-104E-BCC5-7FA7D844A77F}" type="pres">
      <dgm:prSet presAssocID="{89AF8AEA-E56B-114A-B53A-CA01335C1A9B}" presName="Name37" presStyleLbl="parChTrans1D3" presStyleIdx="15" presStyleCnt="24"/>
      <dgm:spPr/>
    </dgm:pt>
    <dgm:pt modelId="{2973FB12-7C06-934F-999B-920341E4050E}" type="pres">
      <dgm:prSet presAssocID="{38B8AEE1-66BA-F544-BA95-3B5BFC6B8EAD}" presName="hierRoot2" presStyleCnt="0">
        <dgm:presLayoutVars>
          <dgm:hierBranch val="init"/>
        </dgm:presLayoutVars>
      </dgm:prSet>
      <dgm:spPr/>
    </dgm:pt>
    <dgm:pt modelId="{DA4C833B-2451-CE43-B05D-DFB90460998B}" type="pres">
      <dgm:prSet presAssocID="{38B8AEE1-66BA-F544-BA95-3B5BFC6B8EAD}" presName="rootComposite" presStyleCnt="0"/>
      <dgm:spPr/>
    </dgm:pt>
    <dgm:pt modelId="{1EBC8C54-5FBA-534D-AFCF-C82BDFAF3870}" type="pres">
      <dgm:prSet presAssocID="{38B8AEE1-66BA-F544-BA95-3B5BFC6B8EAD}" presName="rootText" presStyleLbl="node3" presStyleIdx="15" presStyleCnt="24">
        <dgm:presLayoutVars>
          <dgm:chPref val="3"/>
        </dgm:presLayoutVars>
      </dgm:prSet>
      <dgm:spPr>
        <a:xfrm>
          <a:off x="6046345" y="2405080"/>
          <a:ext cx="845795" cy="422897"/>
        </a:xfrm>
        <a:prstGeom prst="rect">
          <a:avLst/>
        </a:prstGeom>
      </dgm:spPr>
    </dgm:pt>
    <dgm:pt modelId="{022E7FD9-2364-EB47-A0D7-BDA6FC31D89E}" type="pres">
      <dgm:prSet presAssocID="{38B8AEE1-66BA-F544-BA95-3B5BFC6B8EAD}" presName="rootConnector" presStyleLbl="node3" presStyleIdx="15" presStyleCnt="24"/>
      <dgm:spPr/>
    </dgm:pt>
    <dgm:pt modelId="{52F3BCB7-5EDD-D449-AE1D-9AFB0712C926}" type="pres">
      <dgm:prSet presAssocID="{38B8AEE1-66BA-F544-BA95-3B5BFC6B8EAD}" presName="hierChild4" presStyleCnt="0"/>
      <dgm:spPr/>
    </dgm:pt>
    <dgm:pt modelId="{A9408E55-B015-B047-9253-25AFA8D94C07}" type="pres">
      <dgm:prSet presAssocID="{38B8AEE1-66BA-F544-BA95-3B5BFC6B8EAD}" presName="hierChild5" presStyleCnt="0"/>
      <dgm:spPr/>
    </dgm:pt>
    <dgm:pt modelId="{F5ECEB64-ACB7-4D43-B00A-6C326296DEAA}" type="pres">
      <dgm:prSet presAssocID="{21C0E740-6142-BF4A-A9CC-28552FF8EB78}" presName="hierChild5" presStyleCnt="0"/>
      <dgm:spPr/>
    </dgm:pt>
    <dgm:pt modelId="{F462FB0B-560E-C144-BEDD-519E87D60235}" type="pres">
      <dgm:prSet presAssocID="{74CB6D18-A2FC-0443-B478-E98C2C3B5DDC}" presName="Name37" presStyleLbl="parChTrans1D2" presStyleIdx="6" presStyleCnt="8"/>
      <dgm:spPr/>
    </dgm:pt>
    <dgm:pt modelId="{73D39897-1329-044E-98B7-24F24D21C27C}" type="pres">
      <dgm:prSet presAssocID="{3A5F9079-6CB5-D24D-A32D-9262D57918A0}" presName="hierRoot2" presStyleCnt="0">
        <dgm:presLayoutVars>
          <dgm:hierBranch val="init"/>
        </dgm:presLayoutVars>
      </dgm:prSet>
      <dgm:spPr/>
    </dgm:pt>
    <dgm:pt modelId="{99855709-08D8-BB41-9C21-2840E998D924}" type="pres">
      <dgm:prSet presAssocID="{3A5F9079-6CB5-D24D-A32D-9262D57918A0}" presName="rootComposite" presStyleCnt="0"/>
      <dgm:spPr/>
    </dgm:pt>
    <dgm:pt modelId="{39F14121-2ABA-DE43-AA68-BA3EC91BAD84}" type="pres">
      <dgm:prSet presAssocID="{3A5F9079-6CB5-D24D-A32D-9262D57918A0}" presName="rootText" presStyleLbl="node2" presStyleIdx="6" presStyleCnt="8">
        <dgm:presLayoutVars>
          <dgm:chPref val="3"/>
        </dgm:presLayoutVars>
      </dgm:prSet>
      <dgm:spPr/>
    </dgm:pt>
    <dgm:pt modelId="{EEF3F88C-42A1-8442-ACB6-44B2C18D4000}" type="pres">
      <dgm:prSet presAssocID="{3A5F9079-6CB5-D24D-A32D-9262D57918A0}" presName="rootConnector" presStyleLbl="node2" presStyleIdx="6" presStyleCnt="8"/>
      <dgm:spPr/>
    </dgm:pt>
    <dgm:pt modelId="{AD0873AC-92DA-244A-A577-BFD672F572E5}" type="pres">
      <dgm:prSet presAssocID="{3A5F9079-6CB5-D24D-A32D-9262D57918A0}" presName="hierChild4" presStyleCnt="0"/>
      <dgm:spPr/>
    </dgm:pt>
    <dgm:pt modelId="{CB776E33-DDFC-E446-A87C-AA58DB26575C}" type="pres">
      <dgm:prSet presAssocID="{C68ED290-024B-D341-867F-6B2A1B27895F}" presName="Name37" presStyleLbl="parChTrans1D3" presStyleIdx="16" presStyleCnt="24"/>
      <dgm:spPr/>
    </dgm:pt>
    <dgm:pt modelId="{4646489E-1524-5E45-B924-12F57636B678}" type="pres">
      <dgm:prSet presAssocID="{72F9BF28-F350-E041-9E1A-AF68E1750E27}" presName="hierRoot2" presStyleCnt="0">
        <dgm:presLayoutVars>
          <dgm:hierBranch val="init"/>
        </dgm:presLayoutVars>
      </dgm:prSet>
      <dgm:spPr/>
    </dgm:pt>
    <dgm:pt modelId="{B9F58B0D-F681-CB48-865A-C837C51DDB43}" type="pres">
      <dgm:prSet presAssocID="{72F9BF28-F350-E041-9E1A-AF68E1750E27}" presName="rootComposite" presStyleCnt="0"/>
      <dgm:spPr/>
    </dgm:pt>
    <dgm:pt modelId="{87149FAA-9019-E840-A6AA-5C306766E4FC}" type="pres">
      <dgm:prSet presAssocID="{72F9BF28-F350-E041-9E1A-AF68E1750E27}" presName="rootText" presStyleLbl="node3" presStyleIdx="16" presStyleCnt="24">
        <dgm:presLayoutVars>
          <dgm:chPref val="3"/>
        </dgm:presLayoutVars>
      </dgm:prSet>
      <dgm:spPr/>
    </dgm:pt>
    <dgm:pt modelId="{569AD265-6C50-EB49-B50D-56CA319559D0}" type="pres">
      <dgm:prSet presAssocID="{72F9BF28-F350-E041-9E1A-AF68E1750E27}" presName="rootConnector" presStyleLbl="node3" presStyleIdx="16" presStyleCnt="24"/>
      <dgm:spPr/>
    </dgm:pt>
    <dgm:pt modelId="{03F38E5A-FB2A-E543-A1E3-B37C59F47372}" type="pres">
      <dgm:prSet presAssocID="{72F9BF28-F350-E041-9E1A-AF68E1750E27}" presName="hierChild4" presStyleCnt="0"/>
      <dgm:spPr/>
    </dgm:pt>
    <dgm:pt modelId="{A07F7A51-2707-CE4D-89D3-FA79AF75959D}" type="pres">
      <dgm:prSet presAssocID="{72F9BF28-F350-E041-9E1A-AF68E1750E27}" presName="hierChild5" presStyleCnt="0"/>
      <dgm:spPr/>
    </dgm:pt>
    <dgm:pt modelId="{70339C03-306A-9945-8937-6B41C2B23CEF}" type="pres">
      <dgm:prSet presAssocID="{4B56A004-6C37-9F41-BF88-BBBF56BCF020}" presName="Name37" presStyleLbl="parChTrans1D3" presStyleIdx="17" presStyleCnt="24"/>
      <dgm:spPr/>
    </dgm:pt>
    <dgm:pt modelId="{0EE0CEF5-6B0F-3947-BC7B-37C9E6C8A595}" type="pres">
      <dgm:prSet presAssocID="{C1214177-9A26-1442-9F05-7904EB52812D}" presName="hierRoot2" presStyleCnt="0">
        <dgm:presLayoutVars>
          <dgm:hierBranch val="init"/>
        </dgm:presLayoutVars>
      </dgm:prSet>
      <dgm:spPr/>
    </dgm:pt>
    <dgm:pt modelId="{148847E5-435E-4041-B7E4-3F7BE3557FA8}" type="pres">
      <dgm:prSet presAssocID="{C1214177-9A26-1442-9F05-7904EB52812D}" presName="rootComposite" presStyleCnt="0"/>
      <dgm:spPr/>
    </dgm:pt>
    <dgm:pt modelId="{4BF2A3BD-D34A-0D41-9731-6663825E4C85}" type="pres">
      <dgm:prSet presAssocID="{C1214177-9A26-1442-9F05-7904EB52812D}" presName="rootText" presStyleLbl="node3" presStyleIdx="17" presStyleCnt="24">
        <dgm:presLayoutVars>
          <dgm:chPref val="3"/>
        </dgm:presLayoutVars>
      </dgm:prSet>
      <dgm:spPr/>
    </dgm:pt>
    <dgm:pt modelId="{54180EF7-B27E-3C4E-B57F-B4DC6458E9A1}" type="pres">
      <dgm:prSet presAssocID="{C1214177-9A26-1442-9F05-7904EB52812D}" presName="rootConnector" presStyleLbl="node3" presStyleIdx="17" presStyleCnt="24"/>
      <dgm:spPr/>
    </dgm:pt>
    <dgm:pt modelId="{F7D03831-8B6C-C442-B33F-C339CD836853}" type="pres">
      <dgm:prSet presAssocID="{C1214177-9A26-1442-9F05-7904EB52812D}" presName="hierChild4" presStyleCnt="0"/>
      <dgm:spPr/>
    </dgm:pt>
    <dgm:pt modelId="{B622EC3A-5AA2-824A-9ACF-FC0F48853666}" type="pres">
      <dgm:prSet presAssocID="{C1214177-9A26-1442-9F05-7904EB52812D}" presName="hierChild5" presStyleCnt="0"/>
      <dgm:spPr/>
    </dgm:pt>
    <dgm:pt modelId="{9BCB058D-A879-0441-98C4-7789240F8897}" type="pres">
      <dgm:prSet presAssocID="{6B10D1EC-D702-0743-8903-C7830F4C8023}" presName="Name37" presStyleLbl="parChTrans1D3" presStyleIdx="18" presStyleCnt="24"/>
      <dgm:spPr/>
    </dgm:pt>
    <dgm:pt modelId="{C948BDC5-3EC7-4D49-A628-5ADD510E038E}" type="pres">
      <dgm:prSet presAssocID="{FD991819-5380-344E-A7FC-E63BF0A33265}" presName="hierRoot2" presStyleCnt="0">
        <dgm:presLayoutVars>
          <dgm:hierBranch val="init"/>
        </dgm:presLayoutVars>
      </dgm:prSet>
      <dgm:spPr/>
    </dgm:pt>
    <dgm:pt modelId="{A039F460-94B9-B043-8A57-BFF4DFBCBE31}" type="pres">
      <dgm:prSet presAssocID="{FD991819-5380-344E-A7FC-E63BF0A33265}" presName="rootComposite" presStyleCnt="0"/>
      <dgm:spPr/>
    </dgm:pt>
    <dgm:pt modelId="{EDC72352-D439-4D47-8A58-DB1A205A6E2C}" type="pres">
      <dgm:prSet presAssocID="{FD991819-5380-344E-A7FC-E63BF0A33265}" presName="rootText" presStyleLbl="node3" presStyleIdx="18" presStyleCnt="24">
        <dgm:presLayoutVars>
          <dgm:chPref val="3"/>
        </dgm:presLayoutVars>
      </dgm:prSet>
      <dgm:spPr/>
    </dgm:pt>
    <dgm:pt modelId="{48FA7A57-1FF6-0C48-94B5-F68A0EDEE57E}" type="pres">
      <dgm:prSet presAssocID="{FD991819-5380-344E-A7FC-E63BF0A33265}" presName="rootConnector" presStyleLbl="node3" presStyleIdx="18" presStyleCnt="24"/>
      <dgm:spPr/>
    </dgm:pt>
    <dgm:pt modelId="{D0846DBC-6D41-AE43-B340-41A2C9F68FA3}" type="pres">
      <dgm:prSet presAssocID="{FD991819-5380-344E-A7FC-E63BF0A33265}" presName="hierChild4" presStyleCnt="0"/>
      <dgm:spPr/>
    </dgm:pt>
    <dgm:pt modelId="{3961F7DF-9D05-DE47-B020-D586D1347A85}" type="pres">
      <dgm:prSet presAssocID="{FD991819-5380-344E-A7FC-E63BF0A33265}" presName="hierChild5" presStyleCnt="0"/>
      <dgm:spPr/>
    </dgm:pt>
    <dgm:pt modelId="{2BA33C95-1F0F-3449-8B67-8564CE4EE935}" type="pres">
      <dgm:prSet presAssocID="{3A5F9079-6CB5-D24D-A32D-9262D57918A0}" presName="hierChild5" presStyleCnt="0"/>
      <dgm:spPr/>
    </dgm:pt>
    <dgm:pt modelId="{C3C2C0C6-F7FF-E74A-99B2-8B1A0982BA2C}" type="pres">
      <dgm:prSet presAssocID="{9E297223-1EBE-724A-98BB-A45E121B2C97}" presName="Name37" presStyleLbl="parChTrans1D2" presStyleIdx="7" presStyleCnt="8"/>
      <dgm:spPr/>
    </dgm:pt>
    <dgm:pt modelId="{1BA7847A-68FF-174B-914F-7066C9F96D70}" type="pres">
      <dgm:prSet presAssocID="{3C5EFEC8-A655-BD47-B1EC-448832FDEC95}" presName="hierRoot2" presStyleCnt="0">
        <dgm:presLayoutVars>
          <dgm:hierBranch val="init"/>
        </dgm:presLayoutVars>
      </dgm:prSet>
      <dgm:spPr/>
    </dgm:pt>
    <dgm:pt modelId="{E6A1E3C5-0186-6948-811A-47BD75FC5263}" type="pres">
      <dgm:prSet presAssocID="{3C5EFEC8-A655-BD47-B1EC-448832FDEC95}" presName="rootComposite" presStyleCnt="0"/>
      <dgm:spPr/>
    </dgm:pt>
    <dgm:pt modelId="{8D2222E6-CBB1-E746-B95E-31957EC94023}" type="pres">
      <dgm:prSet presAssocID="{3C5EFEC8-A655-BD47-B1EC-448832FDEC95}" presName="rootText" presStyleLbl="node2" presStyleIdx="7" presStyleCnt="8">
        <dgm:presLayoutVars>
          <dgm:chPref val="3"/>
        </dgm:presLayoutVars>
      </dgm:prSet>
      <dgm:spPr/>
    </dgm:pt>
    <dgm:pt modelId="{6ACFC83F-DF10-5940-906E-8F18A265011E}" type="pres">
      <dgm:prSet presAssocID="{3C5EFEC8-A655-BD47-B1EC-448832FDEC95}" presName="rootConnector" presStyleLbl="node2" presStyleIdx="7" presStyleCnt="8"/>
      <dgm:spPr/>
    </dgm:pt>
    <dgm:pt modelId="{C5A0F6A5-66EB-074B-AA88-5F29B7BB6A72}" type="pres">
      <dgm:prSet presAssocID="{3C5EFEC8-A655-BD47-B1EC-448832FDEC95}" presName="hierChild4" presStyleCnt="0"/>
      <dgm:spPr/>
    </dgm:pt>
    <dgm:pt modelId="{07502E36-8428-4C4D-B780-B60F85D331F6}" type="pres">
      <dgm:prSet presAssocID="{5D024DF2-5392-274D-9B54-2B6A40E285CD}" presName="Name37" presStyleLbl="parChTrans1D3" presStyleIdx="19" presStyleCnt="24"/>
      <dgm:spPr/>
    </dgm:pt>
    <dgm:pt modelId="{6BFF7EA2-AD6C-9943-A56D-BB145629EEE3}" type="pres">
      <dgm:prSet presAssocID="{42176BFC-00D1-2E43-892B-2264E08CBB51}" presName="hierRoot2" presStyleCnt="0">
        <dgm:presLayoutVars>
          <dgm:hierBranch val="init"/>
        </dgm:presLayoutVars>
      </dgm:prSet>
      <dgm:spPr/>
    </dgm:pt>
    <dgm:pt modelId="{415ED53B-D191-544F-853A-44E010AD78BA}" type="pres">
      <dgm:prSet presAssocID="{42176BFC-00D1-2E43-892B-2264E08CBB51}" presName="rootComposite" presStyleCnt="0"/>
      <dgm:spPr/>
    </dgm:pt>
    <dgm:pt modelId="{C2C74BB8-6442-1A45-8767-36323B0DC3D9}" type="pres">
      <dgm:prSet presAssocID="{42176BFC-00D1-2E43-892B-2264E08CBB51}" presName="rootText" presStyleLbl="node3" presStyleIdx="19" presStyleCnt="24">
        <dgm:presLayoutVars>
          <dgm:chPref val="3"/>
        </dgm:presLayoutVars>
      </dgm:prSet>
      <dgm:spPr/>
    </dgm:pt>
    <dgm:pt modelId="{38646BBB-C75B-BC49-BD16-F9AFB6E6CEC8}" type="pres">
      <dgm:prSet presAssocID="{42176BFC-00D1-2E43-892B-2264E08CBB51}" presName="rootConnector" presStyleLbl="node3" presStyleIdx="19" presStyleCnt="24"/>
      <dgm:spPr/>
    </dgm:pt>
    <dgm:pt modelId="{DECEF40C-8290-FF40-98A9-46CAA6C66178}" type="pres">
      <dgm:prSet presAssocID="{42176BFC-00D1-2E43-892B-2264E08CBB51}" presName="hierChild4" presStyleCnt="0"/>
      <dgm:spPr/>
    </dgm:pt>
    <dgm:pt modelId="{10C14EB6-6EE1-C345-B14B-D2FEA43B06C2}" type="pres">
      <dgm:prSet presAssocID="{42176BFC-00D1-2E43-892B-2264E08CBB51}" presName="hierChild5" presStyleCnt="0"/>
      <dgm:spPr/>
    </dgm:pt>
    <dgm:pt modelId="{1FE9A952-999C-6443-90AE-D69CFC7C7C6D}" type="pres">
      <dgm:prSet presAssocID="{A64EB0C0-3A60-6744-A614-0B4D82C4BB70}" presName="Name37" presStyleLbl="parChTrans1D3" presStyleIdx="20" presStyleCnt="24"/>
      <dgm:spPr/>
    </dgm:pt>
    <dgm:pt modelId="{D030C112-2AEA-9D49-80C1-4925943265DA}" type="pres">
      <dgm:prSet presAssocID="{F2309EA3-3F52-E647-A1C8-2EDFDEEA483E}" presName="hierRoot2" presStyleCnt="0">
        <dgm:presLayoutVars>
          <dgm:hierBranch val="init"/>
        </dgm:presLayoutVars>
      </dgm:prSet>
      <dgm:spPr/>
    </dgm:pt>
    <dgm:pt modelId="{2DD3EF9F-1F6B-8C4B-9E12-C1F1FEDF5FBD}" type="pres">
      <dgm:prSet presAssocID="{F2309EA3-3F52-E647-A1C8-2EDFDEEA483E}" presName="rootComposite" presStyleCnt="0"/>
      <dgm:spPr/>
    </dgm:pt>
    <dgm:pt modelId="{D1E62DC2-20C0-0041-9653-CED5CAEAF722}" type="pres">
      <dgm:prSet presAssocID="{F2309EA3-3F52-E647-A1C8-2EDFDEEA483E}" presName="rootText" presStyleLbl="node3" presStyleIdx="20" presStyleCnt="24">
        <dgm:presLayoutVars>
          <dgm:chPref val="3"/>
        </dgm:presLayoutVars>
      </dgm:prSet>
      <dgm:spPr/>
    </dgm:pt>
    <dgm:pt modelId="{F1C99C23-B62F-B34E-A4F8-F895E588477D}" type="pres">
      <dgm:prSet presAssocID="{F2309EA3-3F52-E647-A1C8-2EDFDEEA483E}" presName="rootConnector" presStyleLbl="node3" presStyleIdx="20" presStyleCnt="24"/>
      <dgm:spPr/>
    </dgm:pt>
    <dgm:pt modelId="{E0E60CFE-0FBE-C84D-ACAA-BDDC40ED08D9}" type="pres">
      <dgm:prSet presAssocID="{F2309EA3-3F52-E647-A1C8-2EDFDEEA483E}" presName="hierChild4" presStyleCnt="0"/>
      <dgm:spPr/>
    </dgm:pt>
    <dgm:pt modelId="{C1E2048E-A94E-F747-836A-4DEB6C2085DF}" type="pres">
      <dgm:prSet presAssocID="{F2309EA3-3F52-E647-A1C8-2EDFDEEA483E}" presName="hierChild5" presStyleCnt="0"/>
      <dgm:spPr/>
    </dgm:pt>
    <dgm:pt modelId="{1C908ADB-9101-9145-9FF5-9125A03D53ED}" type="pres">
      <dgm:prSet presAssocID="{6B614B5C-0980-E141-8539-B5CDE90C3ED3}" presName="Name37" presStyleLbl="parChTrans1D3" presStyleIdx="21" presStyleCnt="24"/>
      <dgm:spPr/>
    </dgm:pt>
    <dgm:pt modelId="{D1485645-5F30-7040-B971-B9287CC8A5DF}" type="pres">
      <dgm:prSet presAssocID="{D9BDA46B-BA35-0043-925B-18DDAFA5C099}" presName="hierRoot2" presStyleCnt="0">
        <dgm:presLayoutVars>
          <dgm:hierBranch val="init"/>
        </dgm:presLayoutVars>
      </dgm:prSet>
      <dgm:spPr/>
    </dgm:pt>
    <dgm:pt modelId="{EF6F530A-EFED-E345-982E-1B5242695E6E}" type="pres">
      <dgm:prSet presAssocID="{D9BDA46B-BA35-0043-925B-18DDAFA5C099}" presName="rootComposite" presStyleCnt="0"/>
      <dgm:spPr/>
    </dgm:pt>
    <dgm:pt modelId="{81CFC0AF-CB74-8B46-9869-262223701FF3}" type="pres">
      <dgm:prSet presAssocID="{D9BDA46B-BA35-0043-925B-18DDAFA5C099}" presName="rootText" presStyleLbl="node3" presStyleIdx="21" presStyleCnt="24">
        <dgm:presLayoutVars>
          <dgm:chPref val="3"/>
        </dgm:presLayoutVars>
      </dgm:prSet>
      <dgm:spPr/>
    </dgm:pt>
    <dgm:pt modelId="{1A522E96-03B3-8343-8909-3B06C04E17B7}" type="pres">
      <dgm:prSet presAssocID="{D9BDA46B-BA35-0043-925B-18DDAFA5C099}" presName="rootConnector" presStyleLbl="node3" presStyleIdx="21" presStyleCnt="24"/>
      <dgm:spPr/>
    </dgm:pt>
    <dgm:pt modelId="{5FE94559-715F-DC4B-8DE9-4C4F85A77E42}" type="pres">
      <dgm:prSet presAssocID="{D9BDA46B-BA35-0043-925B-18DDAFA5C099}" presName="hierChild4" presStyleCnt="0"/>
      <dgm:spPr/>
    </dgm:pt>
    <dgm:pt modelId="{DBB3CB7E-5256-FE4D-86F6-B9054FBF82EC}" type="pres">
      <dgm:prSet presAssocID="{D9BDA46B-BA35-0043-925B-18DDAFA5C099}" presName="hierChild5" presStyleCnt="0"/>
      <dgm:spPr/>
    </dgm:pt>
    <dgm:pt modelId="{419A0CC1-55EE-D040-84BA-039E92A048DC}" type="pres">
      <dgm:prSet presAssocID="{6D55A750-B3F8-C147-BC6C-4E2D01A568AF}" presName="Name37" presStyleLbl="parChTrans1D3" presStyleIdx="22" presStyleCnt="24"/>
      <dgm:spPr/>
    </dgm:pt>
    <dgm:pt modelId="{AEEDD7C8-797D-3D4D-BF42-B1AFF7EBA149}" type="pres">
      <dgm:prSet presAssocID="{1C4EB9D4-A1FE-7441-BB94-1325BB69B0F3}" presName="hierRoot2" presStyleCnt="0">
        <dgm:presLayoutVars>
          <dgm:hierBranch val="init"/>
        </dgm:presLayoutVars>
      </dgm:prSet>
      <dgm:spPr/>
    </dgm:pt>
    <dgm:pt modelId="{85182C42-D259-F845-9223-AF98293A32AD}" type="pres">
      <dgm:prSet presAssocID="{1C4EB9D4-A1FE-7441-BB94-1325BB69B0F3}" presName="rootComposite" presStyleCnt="0"/>
      <dgm:spPr/>
    </dgm:pt>
    <dgm:pt modelId="{72328E71-3701-E546-9818-800D9C1317F8}" type="pres">
      <dgm:prSet presAssocID="{1C4EB9D4-A1FE-7441-BB94-1325BB69B0F3}" presName="rootText" presStyleLbl="node3" presStyleIdx="22" presStyleCnt="24">
        <dgm:presLayoutVars>
          <dgm:chPref val="3"/>
        </dgm:presLayoutVars>
      </dgm:prSet>
      <dgm:spPr/>
    </dgm:pt>
    <dgm:pt modelId="{660C9A3E-673F-0F4F-8B60-8D99DEA270E9}" type="pres">
      <dgm:prSet presAssocID="{1C4EB9D4-A1FE-7441-BB94-1325BB69B0F3}" presName="rootConnector" presStyleLbl="node3" presStyleIdx="22" presStyleCnt="24"/>
      <dgm:spPr/>
    </dgm:pt>
    <dgm:pt modelId="{ABE0EB5C-8328-FB4A-9443-5E05BFBF93E9}" type="pres">
      <dgm:prSet presAssocID="{1C4EB9D4-A1FE-7441-BB94-1325BB69B0F3}" presName="hierChild4" presStyleCnt="0"/>
      <dgm:spPr/>
    </dgm:pt>
    <dgm:pt modelId="{3FE4A5B4-B80C-4A48-A693-C20C9E0A51BA}" type="pres">
      <dgm:prSet presAssocID="{1C4EB9D4-A1FE-7441-BB94-1325BB69B0F3}" presName="hierChild5" presStyleCnt="0"/>
      <dgm:spPr/>
    </dgm:pt>
    <dgm:pt modelId="{0E92131B-B6EE-ED43-A583-8F6EB61DB475}" type="pres">
      <dgm:prSet presAssocID="{91904E90-1ECE-F84A-BC6E-C35EDFB020DF}" presName="Name37" presStyleLbl="parChTrans1D3" presStyleIdx="23" presStyleCnt="24"/>
      <dgm:spPr/>
    </dgm:pt>
    <dgm:pt modelId="{9BE32BE2-B89A-D34E-8A60-56FC64FED0C7}" type="pres">
      <dgm:prSet presAssocID="{1348FAB8-88DD-1546-8BDA-90083D458AF3}" presName="hierRoot2" presStyleCnt="0">
        <dgm:presLayoutVars>
          <dgm:hierBranch val="init"/>
        </dgm:presLayoutVars>
      </dgm:prSet>
      <dgm:spPr/>
    </dgm:pt>
    <dgm:pt modelId="{7302A181-010E-1844-858D-98CE1620235F}" type="pres">
      <dgm:prSet presAssocID="{1348FAB8-88DD-1546-8BDA-90083D458AF3}" presName="rootComposite" presStyleCnt="0"/>
      <dgm:spPr/>
    </dgm:pt>
    <dgm:pt modelId="{2DABABF4-3B19-DD4B-9A93-7FF2CE8E9E1C}" type="pres">
      <dgm:prSet presAssocID="{1348FAB8-88DD-1546-8BDA-90083D458AF3}" presName="rootText" presStyleLbl="node3" presStyleIdx="23" presStyleCnt="24">
        <dgm:presLayoutVars>
          <dgm:chPref val="3"/>
        </dgm:presLayoutVars>
      </dgm:prSet>
      <dgm:spPr/>
    </dgm:pt>
    <dgm:pt modelId="{DA38F3E1-EFA2-054F-930F-992013345726}" type="pres">
      <dgm:prSet presAssocID="{1348FAB8-88DD-1546-8BDA-90083D458AF3}" presName="rootConnector" presStyleLbl="node3" presStyleIdx="23" presStyleCnt="24"/>
      <dgm:spPr/>
    </dgm:pt>
    <dgm:pt modelId="{A79B9C83-9E56-B344-AF78-17C4F2EB376F}" type="pres">
      <dgm:prSet presAssocID="{1348FAB8-88DD-1546-8BDA-90083D458AF3}" presName="hierChild4" presStyleCnt="0"/>
      <dgm:spPr/>
    </dgm:pt>
    <dgm:pt modelId="{182B8DC1-2A0A-5C4B-AE2C-36A203C8589B}" type="pres">
      <dgm:prSet presAssocID="{1348FAB8-88DD-1546-8BDA-90083D458AF3}" presName="hierChild5" presStyleCnt="0"/>
      <dgm:spPr/>
    </dgm:pt>
    <dgm:pt modelId="{B9F10300-973A-2249-9E4B-5485B0C0F21C}" type="pres">
      <dgm:prSet presAssocID="{3C5EFEC8-A655-BD47-B1EC-448832FDEC95}" presName="hierChild5" presStyleCnt="0"/>
      <dgm:spPr/>
    </dgm:pt>
    <dgm:pt modelId="{3ACED839-46BC-E745-9E5C-475BB15821D6}" type="pres">
      <dgm:prSet presAssocID="{FFBA6F8E-9722-274D-8EB3-81DF6DADB165}" presName="hierChild3" presStyleCnt="0"/>
      <dgm:spPr/>
    </dgm:pt>
  </dgm:ptLst>
  <dgm:cxnLst>
    <dgm:cxn modelId="{224E5402-E049-594E-BB88-2162DE73BE55}" type="presOf" srcId="{2AC98C97-86CD-C744-BD9A-C6D580EC1121}" destId="{01181A57-6134-B342-A7EF-518128A06C63}" srcOrd="1" destOrd="0" presId="urn:microsoft.com/office/officeart/2005/8/layout/orgChart1"/>
    <dgm:cxn modelId="{D0938603-A932-884D-9EFE-08E13704A5CD}" type="presOf" srcId="{27078715-07FC-724F-85C1-3F6DC18DE89F}" destId="{3F71694B-32A0-3B40-ABBE-1CCC1EF13530}" srcOrd="1" destOrd="0" presId="urn:microsoft.com/office/officeart/2005/8/layout/orgChart1"/>
    <dgm:cxn modelId="{A7958005-9E68-E544-A40B-0AC2FE66E365}" type="presOf" srcId="{EA7CE616-30E6-3F4F-89C1-44E5AC482DFC}" destId="{B6487BCC-6F97-2843-9712-E2CC5D7D8649}" srcOrd="1" destOrd="0" presId="urn:microsoft.com/office/officeart/2005/8/layout/orgChart1"/>
    <dgm:cxn modelId="{72A90507-2F69-DC49-B628-555927198D15}" srcId="{C1262EB9-29ED-CB4D-B602-F032BD5CC26A}" destId="{661554FF-45CB-9345-8F26-C1E976913741}" srcOrd="1" destOrd="0" parTransId="{3E64FE57-201D-754A-9586-2C5054B3D387}" sibTransId="{1C9919A5-F619-6B41-B283-4D9E0F21B937}"/>
    <dgm:cxn modelId="{F6F21409-B446-744B-AD1F-E91D19AEAF19}" type="presOf" srcId="{21C0E740-6142-BF4A-A9CC-28552FF8EB78}" destId="{CEED83AC-5839-2F41-905D-99E50E9BED9E}" srcOrd="1" destOrd="0" presId="urn:microsoft.com/office/officeart/2005/8/layout/orgChart1"/>
    <dgm:cxn modelId="{556FA40A-8AAD-5E42-8325-DB6D3E938F25}" type="presOf" srcId="{BD5CEA55-4808-7B46-BA9B-76C217B50A17}" destId="{083A3DB8-3784-B14F-B09D-EC1C404C64C1}" srcOrd="0" destOrd="0" presId="urn:microsoft.com/office/officeart/2005/8/layout/orgChart1"/>
    <dgm:cxn modelId="{3637320D-CD91-A64D-9226-E75D38B87C14}" srcId="{3C5EFEC8-A655-BD47-B1EC-448832FDEC95}" destId="{D9BDA46B-BA35-0043-925B-18DDAFA5C099}" srcOrd="2" destOrd="0" parTransId="{6B614B5C-0980-E141-8539-B5CDE90C3ED3}" sibTransId="{C023289A-A99D-4C4F-B275-A3E1C73D349E}"/>
    <dgm:cxn modelId="{BF226411-B716-5F4A-B62F-59358C87AE57}" type="presOf" srcId="{38CCC40C-91F2-DF4D-9924-16145272738B}" destId="{F0627D8D-C6AA-E04D-804F-F7DC3893F37C}" srcOrd="0" destOrd="0" presId="urn:microsoft.com/office/officeart/2005/8/layout/orgChart1"/>
    <dgm:cxn modelId="{22F93514-3D82-8141-8498-EF76894D9F79}" type="presOf" srcId="{63C6C4B9-8E67-FA4D-8524-AF28AB064D3D}" destId="{66CD9BBF-F116-984F-BBA3-25870F1912DE}" srcOrd="1" destOrd="0" presId="urn:microsoft.com/office/officeart/2005/8/layout/orgChart1"/>
    <dgm:cxn modelId="{DC516D14-AB23-8A49-AE01-4C6BC7A8AAB9}" srcId="{2AC98C97-86CD-C744-BD9A-C6D580EC1121}" destId="{4B5A19BE-B89A-AD40-AEE3-D7068B5AC6AE}" srcOrd="0" destOrd="0" parTransId="{09CF1A5D-1422-224C-886E-908C7073DFF3}" sibTransId="{3CAEC834-D084-C843-9539-720FC0A32BAF}"/>
    <dgm:cxn modelId="{8D5A7D14-51BF-9349-902E-21FD93497645}" srcId="{21C0E740-6142-BF4A-A9CC-28552FF8EB78}" destId="{026D1170-AB50-4D46-9A32-2B035E463CD4}" srcOrd="0" destOrd="0" parTransId="{5FD4DE50-2B66-D048-B5BE-08045BF33514}" sibTransId="{3C58B922-38BB-2E40-A615-932FC8FB7F67}"/>
    <dgm:cxn modelId="{D0006F15-4EAE-3843-B694-DA8E76F8D1EB}" type="presOf" srcId="{1C4EB9D4-A1FE-7441-BB94-1325BB69B0F3}" destId="{72328E71-3701-E546-9818-800D9C1317F8}" srcOrd="0" destOrd="0" presId="urn:microsoft.com/office/officeart/2005/8/layout/orgChart1"/>
    <dgm:cxn modelId="{4BF4FD15-CE57-8349-9442-5A0EF39BDB86}" srcId="{3C5EFEC8-A655-BD47-B1EC-448832FDEC95}" destId="{F2309EA3-3F52-E647-A1C8-2EDFDEEA483E}" srcOrd="1" destOrd="0" parTransId="{A64EB0C0-3A60-6744-A614-0B4D82C4BB70}" sibTransId="{02C19E36-2361-7F41-884F-B9F222D4ADDA}"/>
    <dgm:cxn modelId="{E9286719-6BFE-4749-AF65-083C17B5595D}" type="presOf" srcId="{661554FF-45CB-9345-8F26-C1E976913741}" destId="{A99A09A5-2725-AF4D-BFDE-6965B350D0FB}" srcOrd="1" destOrd="0" presId="urn:microsoft.com/office/officeart/2005/8/layout/orgChart1"/>
    <dgm:cxn modelId="{8623C719-4D36-6B40-8FAB-E5E181538970}" type="presOf" srcId="{A64EB0C0-3A60-6744-A614-0B4D82C4BB70}" destId="{1FE9A952-999C-6443-90AE-D69CFC7C7C6D}" srcOrd="0" destOrd="0" presId="urn:microsoft.com/office/officeart/2005/8/layout/orgChart1"/>
    <dgm:cxn modelId="{2B1E9B1D-0AE0-184D-9835-A37E7DC764A4}" type="presOf" srcId="{1900234C-230E-ED43-BE4B-2AC60BD160BA}" destId="{05DE09AC-1517-3E47-8011-481CD4751A89}" srcOrd="1" destOrd="0" presId="urn:microsoft.com/office/officeart/2005/8/layout/orgChart1"/>
    <dgm:cxn modelId="{4EE6CC2A-26D5-2C48-84A4-B5D6B8D5C48D}" srcId="{27078715-07FC-724F-85C1-3F6DC18DE89F}" destId="{C247235E-1C04-E34B-9CCF-E05A8A6C995F}" srcOrd="1" destOrd="0" parTransId="{E70A4B65-C003-E240-BD8B-F4DA6AB47F2A}" sibTransId="{260CEF6D-484F-3F4D-B4F3-86F2229B8C06}"/>
    <dgm:cxn modelId="{1ECF5C32-4F74-5C4E-8AB3-F216727DA8D2}" type="presOf" srcId="{5DEA6109-C1FE-AA45-AF46-BD174D62F4C6}" destId="{903B2477-238B-1D43-B313-1634EC18F9C2}" srcOrd="0" destOrd="0" presId="urn:microsoft.com/office/officeart/2005/8/layout/orgChart1"/>
    <dgm:cxn modelId="{CFCB8732-6418-DD44-84CC-2D709BED7321}" type="presOf" srcId="{026D1170-AB50-4D46-9A32-2B035E463CD4}" destId="{1C8B56FD-D2D3-0743-8162-DDF942CA4351}" srcOrd="1" destOrd="0" presId="urn:microsoft.com/office/officeart/2005/8/layout/orgChart1"/>
    <dgm:cxn modelId="{32832F33-B2FF-8F44-9C8E-C77487FED89D}" type="presOf" srcId="{C247235E-1C04-E34B-9CCF-E05A8A6C995F}" destId="{CB711D15-F532-2340-BD6F-71E83649A936}" srcOrd="0" destOrd="0" presId="urn:microsoft.com/office/officeart/2005/8/layout/orgChart1"/>
    <dgm:cxn modelId="{7CE6D935-E194-8D4D-8869-ACF05DC7FB6E}" type="presOf" srcId="{E70A4B65-C003-E240-BD8B-F4DA6AB47F2A}" destId="{CA5FEC52-D3C0-AF48-ACE6-3DBEE7C09076}" srcOrd="0" destOrd="0" presId="urn:microsoft.com/office/officeart/2005/8/layout/orgChart1"/>
    <dgm:cxn modelId="{01180936-F2C9-4740-B3DF-603DC6F605F2}" srcId="{FFBA6F8E-9722-274D-8EB3-81DF6DADB165}" destId="{EA7CE616-30E6-3F4F-89C1-44E5AC482DFC}" srcOrd="3" destOrd="0" parTransId="{99C78B52-94E4-714E-9A14-F7E05080D0B9}" sibTransId="{734C90A7-5746-214F-8FDD-318370DC07C8}"/>
    <dgm:cxn modelId="{1315AB37-E73A-DE4D-809F-72208B897C55}" type="presOf" srcId="{615322EC-29D0-BE4B-9E81-485EC64B34AD}" destId="{349B1ED7-6B4C-2949-8D41-469C057AF3FD}" srcOrd="1" destOrd="0" presId="urn:microsoft.com/office/officeart/2005/8/layout/orgChart1"/>
    <dgm:cxn modelId="{C3B7BA37-DB75-BB4F-A37B-1A31E4434A12}" type="presOf" srcId="{FD991819-5380-344E-A7FC-E63BF0A33265}" destId="{EDC72352-D439-4D47-8A58-DB1A205A6E2C}" srcOrd="0" destOrd="0" presId="urn:microsoft.com/office/officeart/2005/8/layout/orgChart1"/>
    <dgm:cxn modelId="{28526639-510F-0049-9C27-30E11E4FFB96}" type="presOf" srcId="{3A5F9079-6CB5-D24D-A32D-9262D57918A0}" destId="{39F14121-2ABA-DE43-AA68-BA3EC91BAD84}" srcOrd="0" destOrd="0" presId="urn:microsoft.com/office/officeart/2005/8/layout/orgChart1"/>
    <dgm:cxn modelId="{3324743B-D007-3048-8557-D15C27502CBB}" type="presOf" srcId="{74CB6D18-A2FC-0443-B478-E98C2C3B5DDC}" destId="{F462FB0B-560E-C144-BEDD-519E87D60235}" srcOrd="0" destOrd="0" presId="urn:microsoft.com/office/officeart/2005/8/layout/orgChart1"/>
    <dgm:cxn modelId="{9DDB7C3B-C64E-E348-A9FB-277FC8FA897C}" srcId="{27078715-07FC-724F-85C1-3F6DC18DE89F}" destId="{57F013FB-B0E6-3948-A1D0-16C6F400F7B7}" srcOrd="5" destOrd="0" parTransId="{6862E79C-4760-7F45-ABC7-8C27CA5AAA16}" sibTransId="{9FF803B4-057E-E04A-B89C-B0344DEEE5A7}"/>
    <dgm:cxn modelId="{DAC9A03B-8B4A-F843-B0B0-76480781FCFE}" type="presOf" srcId="{C1262EB9-29ED-CB4D-B602-F032BD5CC26A}" destId="{90356221-47B6-104A-AD13-30FEC8D9D872}" srcOrd="1" destOrd="0" presId="urn:microsoft.com/office/officeart/2005/8/layout/orgChart1"/>
    <dgm:cxn modelId="{036A2A3D-0E0A-D146-9E85-84577BB7875E}" type="presOf" srcId="{1900234C-230E-ED43-BE4B-2AC60BD160BA}" destId="{B8FDF131-DD4B-A041-B01C-80FD576B6158}" srcOrd="0" destOrd="0" presId="urn:microsoft.com/office/officeart/2005/8/layout/orgChart1"/>
    <dgm:cxn modelId="{6FC78140-792C-F24A-8EC3-47A598C8CFD0}" type="presOf" srcId="{4B5A19BE-B89A-AD40-AEE3-D7068B5AC6AE}" destId="{BC97A0F7-4AFF-6845-B01D-AD73CFDAF169}" srcOrd="0" destOrd="0" presId="urn:microsoft.com/office/officeart/2005/8/layout/orgChart1"/>
    <dgm:cxn modelId="{97199141-3220-854F-890A-5CD7978A650F}" type="presOf" srcId="{FFBA6F8E-9722-274D-8EB3-81DF6DADB165}" destId="{1B4FA5AE-6D54-EC45-A6B8-44AAE9A6F5E5}" srcOrd="0" destOrd="0" presId="urn:microsoft.com/office/officeart/2005/8/layout/orgChart1"/>
    <dgm:cxn modelId="{DC52FA45-1309-ED45-8506-4E8B7115E34A}" srcId="{FFBA6F8E-9722-274D-8EB3-81DF6DADB165}" destId="{615322EC-29D0-BE4B-9E81-485EC64B34AD}" srcOrd="0" destOrd="0" parTransId="{D7F6F72D-83F3-1542-AB0B-A0F79919C62A}" sibTransId="{5ABC3EFF-EC14-124E-B87C-2C9303E4E0D9}"/>
    <dgm:cxn modelId="{B0A0FA45-6AC3-A44C-BA8D-596EFB806DC2}" type="presOf" srcId="{B575CBB5-8761-9946-BD17-CD458C435D86}" destId="{EB4D5CBC-5CFD-E64E-94DC-D7DD6C39BABC}" srcOrd="0" destOrd="0" presId="urn:microsoft.com/office/officeart/2005/8/layout/orgChart1"/>
    <dgm:cxn modelId="{16106E46-7812-A64D-A014-89A8862383F1}" srcId="{3C5EFEC8-A655-BD47-B1EC-448832FDEC95}" destId="{1348FAB8-88DD-1546-8BDA-90083D458AF3}" srcOrd="4" destOrd="0" parTransId="{91904E90-1ECE-F84A-BC6E-C35EDFB020DF}" sibTransId="{101E8708-43B6-1244-A4D8-6A1F35CE7F49}"/>
    <dgm:cxn modelId="{310A9E4F-7429-4241-8461-1A3E2F3C886D}" type="presOf" srcId="{737B4950-C266-6E45-9829-4E496D4C5CEA}" destId="{B4FBC950-3436-5547-B874-96C0921DAD13}" srcOrd="0" destOrd="0" presId="urn:microsoft.com/office/officeart/2005/8/layout/orgChart1"/>
    <dgm:cxn modelId="{79742C51-C76D-8B4A-82B9-B0873F6B8AA3}" type="presOf" srcId="{0E6C66E4-1C4D-A247-9F41-6501204C9699}" destId="{920085A5-CDB3-CD4C-93B8-9CD84E43832E}" srcOrd="1" destOrd="0" presId="urn:microsoft.com/office/officeart/2005/8/layout/orgChart1"/>
    <dgm:cxn modelId="{54999C51-F32B-8C4F-A22D-678001FA9AD9}" srcId="{27078715-07FC-724F-85C1-3F6DC18DE89F}" destId="{E9D01155-9BCB-DF4F-A71F-1AEB8A56169C}" srcOrd="0" destOrd="0" parTransId="{AED895CA-490C-FC4D-B209-4F1E028C4EE0}" sibTransId="{28AB227F-82B2-654D-8387-FD3FA49103B4}"/>
    <dgm:cxn modelId="{C9EBFF54-7B74-764A-B74C-78EB118B509F}" type="presOf" srcId="{42176BFC-00D1-2E43-892B-2264E08CBB51}" destId="{38646BBB-C75B-BC49-BD16-F9AFB6E6CEC8}" srcOrd="1" destOrd="0" presId="urn:microsoft.com/office/officeart/2005/8/layout/orgChart1"/>
    <dgm:cxn modelId="{049DFD56-096C-0D40-A139-28546969DAF2}" type="presOf" srcId="{91904E90-1ECE-F84A-BC6E-C35EDFB020DF}" destId="{0E92131B-B6EE-ED43-A583-8F6EB61DB475}" srcOrd="0" destOrd="0" presId="urn:microsoft.com/office/officeart/2005/8/layout/orgChart1"/>
    <dgm:cxn modelId="{DBB4BA58-7DE8-8D48-9EBC-6D3FB91F6E5D}" type="presOf" srcId="{86FA0EE6-A0BE-4C40-BE6C-7F12FD4643ED}" destId="{4FAF10BB-4810-2E44-9F56-CEFC4734CFB5}" srcOrd="1" destOrd="0" presId="urn:microsoft.com/office/officeart/2005/8/layout/orgChart1"/>
    <dgm:cxn modelId="{A07E7C5B-18DA-5E48-A18E-25E18C76DB62}" type="presOf" srcId="{84A008EA-9777-3D49-ADD4-F7E6AE1E304F}" destId="{D5943A0D-5343-F740-976D-6404C54DB166}" srcOrd="1" destOrd="0" presId="urn:microsoft.com/office/officeart/2005/8/layout/orgChart1"/>
    <dgm:cxn modelId="{AC36285E-EEEB-CB4D-89A4-19CFE210FD4E}" type="presOf" srcId="{63C6C4B9-8E67-FA4D-8524-AF28AB064D3D}" destId="{E1A29162-EB4F-1349-817B-885DC090AEB8}" srcOrd="0" destOrd="0" presId="urn:microsoft.com/office/officeart/2005/8/layout/orgChart1"/>
    <dgm:cxn modelId="{4BA5A65E-AB8C-804A-86CE-61CB89C7CA92}" type="presOf" srcId="{C43F9BB9-8500-2F48-83B9-003EAAA2E239}" destId="{01642454-5ED4-1C44-BCBB-1187FA8ACAEF}" srcOrd="0" destOrd="0" presId="urn:microsoft.com/office/officeart/2005/8/layout/orgChart1"/>
    <dgm:cxn modelId="{2125B35F-2D22-FB4A-926A-E7664FB232D4}" srcId="{FFBA6F8E-9722-274D-8EB3-81DF6DADB165}" destId="{21C0E740-6142-BF4A-A9CC-28552FF8EB78}" srcOrd="5" destOrd="0" parTransId="{72B04BB1-CCFF-5344-A824-385AA387567A}" sibTransId="{853B19BD-E12F-5F4C-929F-F0DBCDB962DA}"/>
    <dgm:cxn modelId="{0063DD5F-F4E4-C149-9A31-ED97DE68C489}" type="presOf" srcId="{5FD4DE50-2B66-D048-B5BE-08045BF33514}" destId="{AA833209-0935-424D-89A9-5F02A5E8D1E2}" srcOrd="0" destOrd="0" presId="urn:microsoft.com/office/officeart/2005/8/layout/orgChart1"/>
    <dgm:cxn modelId="{8CBF4461-47D5-9042-83F8-565C721D4BD0}" type="presOf" srcId="{6D55A750-B3F8-C147-BC6C-4E2D01A568AF}" destId="{419A0CC1-55EE-D040-84BA-039E92A048DC}" srcOrd="0" destOrd="0" presId="urn:microsoft.com/office/officeart/2005/8/layout/orgChart1"/>
    <dgm:cxn modelId="{61407E62-852F-F141-839A-D4CBEC99F660}" type="presOf" srcId="{38CCC40C-91F2-DF4D-9924-16145272738B}" destId="{D04DA2FB-249E-4B43-A9E9-1D4320DCF19E}" srcOrd="1" destOrd="0" presId="urn:microsoft.com/office/officeart/2005/8/layout/orgChart1"/>
    <dgm:cxn modelId="{CD8A5264-6F3E-FD4A-BDCA-61BCDF338883}" type="presOf" srcId="{6862E79C-4760-7F45-ABC7-8C27CA5AAA16}" destId="{184D4CED-BB8D-A546-A0EE-820D7FFA939A}" srcOrd="0" destOrd="0" presId="urn:microsoft.com/office/officeart/2005/8/layout/orgChart1"/>
    <dgm:cxn modelId="{920A5E64-2904-C344-8900-493CFE811526}" srcId="{3C5EFEC8-A655-BD47-B1EC-448832FDEC95}" destId="{1C4EB9D4-A1FE-7441-BB94-1325BB69B0F3}" srcOrd="3" destOrd="0" parTransId="{6D55A750-B3F8-C147-BC6C-4E2D01A568AF}" sibTransId="{AC1874A6-B4C0-8E48-8BEC-0412180A44C4}"/>
    <dgm:cxn modelId="{B1CD2C66-DEEE-2F4B-B8B6-23481AB19590}" type="presOf" srcId="{F3ADAA2D-DE9B-F641-8D5E-14565C3C81FA}" destId="{81828ADA-BB3F-C245-8976-C4C60D929515}" srcOrd="0" destOrd="0" presId="urn:microsoft.com/office/officeart/2005/8/layout/orgChart1"/>
    <dgm:cxn modelId="{7738E667-10A5-054A-93B6-DF58A9590A4F}" type="presOf" srcId="{38B8AEE1-66BA-F544-BA95-3B5BFC6B8EAD}" destId="{1EBC8C54-5FBA-534D-AFCF-C82BDFAF3870}" srcOrd="0" destOrd="0" presId="urn:microsoft.com/office/officeart/2005/8/layout/orgChart1"/>
    <dgm:cxn modelId="{97116E68-15E0-A340-9E0C-5CCE496F7263}" type="presOf" srcId="{89AF8AEA-E56B-114A-B53A-CA01335C1A9B}" destId="{CB3B60F6-0A96-104E-BCC5-7FA7D844A77F}" srcOrd="0" destOrd="0" presId="urn:microsoft.com/office/officeart/2005/8/layout/orgChart1"/>
    <dgm:cxn modelId="{C13AF169-9999-9E47-B442-CB158589E184}" type="presOf" srcId="{214DEFB5-2E92-9E41-9321-28D521425D2C}" destId="{EB71D216-C7A6-C14B-8F9B-AA7DAA5C30DC}" srcOrd="0" destOrd="0" presId="urn:microsoft.com/office/officeart/2005/8/layout/orgChart1"/>
    <dgm:cxn modelId="{CB70906B-19AC-8E4D-A4D4-303597F95074}" srcId="{615322EC-29D0-BE4B-9E81-485EC64B34AD}" destId="{737B4950-C266-6E45-9829-4E496D4C5CEA}" srcOrd="0" destOrd="0" parTransId="{B575CBB5-8761-9946-BD17-CD458C435D86}" sibTransId="{A5E90349-F5FA-5B4C-B383-C2E2DCF9A2F2}"/>
    <dgm:cxn modelId="{68321B6E-7BB6-BC43-B8DA-B060AC2D2EEE}" type="presOf" srcId="{C1262EB9-29ED-CB4D-B602-F032BD5CC26A}" destId="{9B548B30-8B19-854E-805C-72430CF92AC8}" srcOrd="0" destOrd="0" presId="urn:microsoft.com/office/officeart/2005/8/layout/orgChart1"/>
    <dgm:cxn modelId="{25B9E16E-0DE4-1641-8386-34A15B161E9C}" type="presOf" srcId="{1348FAB8-88DD-1546-8BDA-90083D458AF3}" destId="{DA38F3E1-EFA2-054F-930F-992013345726}" srcOrd="1" destOrd="0" presId="urn:microsoft.com/office/officeart/2005/8/layout/orgChart1"/>
    <dgm:cxn modelId="{52DA6174-C6A9-9648-BF29-725754B6C7D4}" type="presOf" srcId="{27078715-07FC-724F-85C1-3F6DC18DE89F}" destId="{14A255AF-1673-7644-8DF7-86489B12401C}" srcOrd="0" destOrd="0" presId="urn:microsoft.com/office/officeart/2005/8/layout/orgChart1"/>
    <dgm:cxn modelId="{9E193E7F-E21A-244C-9F82-62F21A1CB12B}" type="presOf" srcId="{C68ED290-024B-D341-867F-6B2A1B27895F}" destId="{CB776E33-DDFC-E446-A87C-AA58DB26575C}" srcOrd="0" destOrd="0" presId="urn:microsoft.com/office/officeart/2005/8/layout/orgChart1"/>
    <dgm:cxn modelId="{B793437F-78C4-AF48-9743-663139B24C64}" type="presOf" srcId="{9E297223-1EBE-724A-98BB-A45E121B2C97}" destId="{C3C2C0C6-F7FF-E74A-99B2-8B1A0982BA2C}" srcOrd="0" destOrd="0" presId="urn:microsoft.com/office/officeart/2005/8/layout/orgChart1"/>
    <dgm:cxn modelId="{763BEF81-8C6B-9E4D-A9AF-69BE1FAC2F1E}" type="presOf" srcId="{1348FAB8-88DD-1546-8BDA-90083D458AF3}" destId="{2DABABF4-3B19-DD4B-9A93-7FF2CE8E9E1C}" srcOrd="0" destOrd="0" presId="urn:microsoft.com/office/officeart/2005/8/layout/orgChart1"/>
    <dgm:cxn modelId="{CC114682-2084-874D-954C-E331306025B1}" type="presOf" srcId="{737B4950-C266-6E45-9829-4E496D4C5CEA}" destId="{2BB3EFCB-3D1A-274B-9C8A-B21D61F4B3C5}" srcOrd="1" destOrd="0" presId="urn:microsoft.com/office/officeart/2005/8/layout/orgChart1"/>
    <dgm:cxn modelId="{BC929C84-8007-6E41-8D20-10383B853A00}" type="presOf" srcId="{6B614B5C-0980-E141-8539-B5CDE90C3ED3}" destId="{1C908ADB-9101-9145-9FF5-9125A03D53ED}" srcOrd="0" destOrd="0" presId="urn:microsoft.com/office/officeart/2005/8/layout/orgChart1"/>
    <dgm:cxn modelId="{45CE8685-CEAA-E44A-BA7B-7ADB87FC7905}" type="presOf" srcId="{C1214177-9A26-1442-9F05-7904EB52812D}" destId="{4BF2A3BD-D34A-0D41-9731-6663825E4C85}" srcOrd="0" destOrd="0" presId="urn:microsoft.com/office/officeart/2005/8/layout/orgChart1"/>
    <dgm:cxn modelId="{C28BC786-D8B6-CA47-97CF-1102AEE69541}" srcId="{3A5F9079-6CB5-D24D-A32D-9262D57918A0}" destId="{FD991819-5380-344E-A7FC-E63BF0A33265}" srcOrd="2" destOrd="0" parTransId="{6B10D1EC-D702-0743-8903-C7830F4C8023}" sibTransId="{750CFB36-5A6A-4A43-A420-811AA69B3FA8}"/>
    <dgm:cxn modelId="{6B631689-538C-0244-95A5-BFBD452EECF0}" type="presOf" srcId="{72B04BB1-CCFF-5344-A824-385AA387567A}" destId="{80992910-58D5-754F-A584-69DE90215F18}" srcOrd="0" destOrd="0" presId="urn:microsoft.com/office/officeart/2005/8/layout/orgChart1"/>
    <dgm:cxn modelId="{73B88489-C38D-2E40-BAE4-DD0553661730}" type="presOf" srcId="{57F013FB-B0E6-3948-A1D0-16C6F400F7B7}" destId="{D7AD1EBE-59E5-5048-BB44-E5298BD29E72}" srcOrd="0" destOrd="0" presId="urn:microsoft.com/office/officeart/2005/8/layout/orgChart1"/>
    <dgm:cxn modelId="{ED8EC289-C435-C747-B608-A8A21122CD0B}" type="presOf" srcId="{661554FF-45CB-9345-8F26-C1E976913741}" destId="{2BC2E83E-9DC0-804A-BFC3-51BC6986B490}" srcOrd="0" destOrd="0" presId="urn:microsoft.com/office/officeart/2005/8/layout/orgChart1"/>
    <dgm:cxn modelId="{77AAF989-F65E-4144-98EE-71D6AB1FC101}" srcId="{25FF79B9-8A4E-2846-8389-DA2539AC0E91}" destId="{FFBA6F8E-9722-274D-8EB3-81DF6DADB165}" srcOrd="0" destOrd="0" parTransId="{83A5552F-15A5-454E-9A48-5CE64CA84788}" sibTransId="{A8BA1CB0-422D-7A47-8C5B-7D81A0859563}"/>
    <dgm:cxn modelId="{82A13291-0540-9F4B-8433-51AE2A80B6EC}" type="presOf" srcId="{09CF1A5D-1422-224C-886E-908C7073DFF3}" destId="{3943AF29-B46A-4047-B9B9-3EF4F944E44A}" srcOrd="0" destOrd="0" presId="urn:microsoft.com/office/officeart/2005/8/layout/orgChart1"/>
    <dgm:cxn modelId="{9DB48091-6771-AA46-AFCF-996E2AA72085}" type="presOf" srcId="{FD991819-5380-344E-A7FC-E63BF0A33265}" destId="{48FA7A57-1FF6-0C48-94B5-F68A0EDEE57E}" srcOrd="1" destOrd="0" presId="urn:microsoft.com/office/officeart/2005/8/layout/orgChart1"/>
    <dgm:cxn modelId="{7048A792-7C57-2C42-A8AE-BB4F2FDEB4B8}" type="presOf" srcId="{F3ADAA2D-DE9B-F641-8D5E-14565C3C81FA}" destId="{B1E195A5-937A-0A4D-8492-66CA572CEC29}" srcOrd="1" destOrd="0" presId="urn:microsoft.com/office/officeart/2005/8/layout/orgChart1"/>
    <dgm:cxn modelId="{8384D993-6E21-1D47-AD8A-FF7275F93C27}" srcId="{FFBA6F8E-9722-274D-8EB3-81DF6DADB165}" destId="{2AC98C97-86CD-C744-BD9A-C6D580EC1121}" srcOrd="4" destOrd="0" parTransId="{B8A9E11B-26FF-6748-8969-9DC4516C3246}" sibTransId="{B668428A-A7ED-5C4A-8B46-67F538EEA5AB}"/>
    <dgm:cxn modelId="{D4888C97-9309-A141-A1FE-39EF25B031BB}" type="presOf" srcId="{BD5CEA55-4808-7B46-BA9B-76C217B50A17}" destId="{64321DD3-2753-2848-A3BF-A8BE332797DE}" srcOrd="1" destOrd="0" presId="urn:microsoft.com/office/officeart/2005/8/layout/orgChart1"/>
    <dgm:cxn modelId="{CD0B3A98-9402-BD49-8367-B3B44C8C70E9}" type="presOf" srcId="{57F013FB-B0E6-3948-A1D0-16C6F400F7B7}" destId="{6DF788F5-EB24-584E-9546-44D9FD4F7E89}" srcOrd="1" destOrd="0" presId="urn:microsoft.com/office/officeart/2005/8/layout/orgChart1"/>
    <dgm:cxn modelId="{6E9BD098-E4B8-9748-9CF8-780CC2EAAEBC}" type="presOf" srcId="{F2309EA3-3F52-E647-A1C8-2EDFDEEA483E}" destId="{D1E62DC2-20C0-0041-9653-CED5CAEAF722}" srcOrd="0" destOrd="0" presId="urn:microsoft.com/office/officeart/2005/8/layout/orgChart1"/>
    <dgm:cxn modelId="{3B946099-39BD-CB41-8611-12CA289F2F7E}" type="presOf" srcId="{E9D01155-9BCB-DF4F-A71F-1AEB8A56169C}" destId="{0D4EE3D3-840D-3E4D-A89D-08C23105C712}" srcOrd="0" destOrd="0" presId="urn:microsoft.com/office/officeart/2005/8/layout/orgChart1"/>
    <dgm:cxn modelId="{65E4629D-E13F-F943-8DC2-91D8053FCDB2}" type="presOf" srcId="{1C4EB9D4-A1FE-7441-BB94-1325BB69B0F3}" destId="{660C9A3E-673F-0F4F-8B60-8D99DEA270E9}" srcOrd="1" destOrd="0" presId="urn:microsoft.com/office/officeart/2005/8/layout/orgChart1"/>
    <dgm:cxn modelId="{F90FF59D-C0D8-8744-BD5A-9B0C7EB51414}" type="presOf" srcId="{026D1170-AB50-4D46-9A32-2B035E463CD4}" destId="{E4865507-F47C-3140-8802-1B10D03221D0}" srcOrd="0" destOrd="0" presId="urn:microsoft.com/office/officeart/2005/8/layout/orgChart1"/>
    <dgm:cxn modelId="{72D6A49F-11C2-4046-ADA8-425DFDBD1CF1}" type="presOf" srcId="{21C0E740-6142-BF4A-A9CC-28552FF8EB78}" destId="{FAA7757E-3C56-E542-8B4B-132D8A6882AD}" srcOrd="0" destOrd="0" presId="urn:microsoft.com/office/officeart/2005/8/layout/orgChart1"/>
    <dgm:cxn modelId="{8E1925A1-7CC4-1A4D-B2F5-98B15F01E2C5}" srcId="{FFBA6F8E-9722-274D-8EB3-81DF6DADB165}" destId="{3A5F9079-6CB5-D24D-A32D-9262D57918A0}" srcOrd="6" destOrd="0" parTransId="{74CB6D18-A2FC-0443-B478-E98C2C3B5DDC}" sibTransId="{24F5AEB9-D805-A143-8C9D-D38564CD8747}"/>
    <dgm:cxn modelId="{4FF9CAA2-C372-9845-8200-59ECBAF211B1}" type="presOf" srcId="{42176BFC-00D1-2E43-892B-2264E08CBB51}" destId="{C2C74BB8-6442-1A45-8767-36323B0DC3D9}" srcOrd="0" destOrd="0" presId="urn:microsoft.com/office/officeart/2005/8/layout/orgChart1"/>
    <dgm:cxn modelId="{560EDFA6-232F-AB47-8188-6D0F04DE58D5}" type="presOf" srcId="{C247235E-1C04-E34B-9CCF-E05A8A6C995F}" destId="{63B73343-3535-5643-95F9-E59B63510F23}" srcOrd="1" destOrd="0" presId="urn:microsoft.com/office/officeart/2005/8/layout/orgChart1"/>
    <dgm:cxn modelId="{E7D566A8-313F-164D-AEB3-26CDBBC11E4B}" type="presOf" srcId="{53AB89B8-2CEB-8B4F-A4A5-9E144AC05308}" destId="{765C4C13-876D-2B41-8298-69B0ACAF8616}" srcOrd="0" destOrd="0" presId="urn:microsoft.com/office/officeart/2005/8/layout/orgChart1"/>
    <dgm:cxn modelId="{6B70DDA8-43AB-9445-8316-35857242B81B}" type="presOf" srcId="{B8A9E11B-26FF-6748-8969-9DC4516C3246}" destId="{B1888EB6-C358-EC45-A0AC-AE52079124F3}" srcOrd="0" destOrd="0" presId="urn:microsoft.com/office/officeart/2005/8/layout/orgChart1"/>
    <dgm:cxn modelId="{C58A65A9-33BE-5948-87FE-ECD9979EE582}" type="presOf" srcId="{84A008EA-9777-3D49-ADD4-F7E6AE1E304F}" destId="{8D801C39-A2D2-FF49-B278-48B59A8FF682}" srcOrd="0" destOrd="0" presId="urn:microsoft.com/office/officeart/2005/8/layout/orgChart1"/>
    <dgm:cxn modelId="{C65B13AC-0AA7-9447-A31A-4387AD4E57E9}" type="presOf" srcId="{AED895CA-490C-FC4D-B209-4F1E028C4EE0}" destId="{B8FE4AFB-EBD3-EA4C-B16B-2FC370616CD3}" srcOrd="0" destOrd="0" presId="urn:microsoft.com/office/officeart/2005/8/layout/orgChart1"/>
    <dgm:cxn modelId="{D9B8B8AE-32B7-9C4C-96A9-57B33658A0F3}" type="presOf" srcId="{3C5EFEC8-A655-BD47-B1EC-448832FDEC95}" destId="{6ACFC83F-DF10-5940-906E-8F18A265011E}" srcOrd="1" destOrd="0" presId="urn:microsoft.com/office/officeart/2005/8/layout/orgChart1"/>
    <dgm:cxn modelId="{9F9EDFAF-B045-9847-971D-8E97B5AFE976}" srcId="{21C0E740-6142-BF4A-A9CC-28552FF8EB78}" destId="{F3ADAA2D-DE9B-F641-8D5E-14565C3C81FA}" srcOrd="1" destOrd="0" parTransId="{C43F9BB9-8500-2F48-83B9-003EAAA2E239}" sibTransId="{40B5903C-249F-F342-B6F5-9518272B4ED6}"/>
    <dgm:cxn modelId="{6EEEE1B2-9B7F-D341-B816-43D66F1008AA}" type="presOf" srcId="{C1214177-9A26-1442-9F05-7904EB52812D}" destId="{54180EF7-B27E-3C4E-B57F-B4DC6458E9A1}" srcOrd="1" destOrd="0" presId="urn:microsoft.com/office/officeart/2005/8/layout/orgChart1"/>
    <dgm:cxn modelId="{984D30B6-707D-1C42-BCF8-26C402277A4C}" type="presOf" srcId="{F77D3EE8-0A30-ED40-9A10-2F2F488BB043}" destId="{C7ED0B91-EA5C-914F-BFF4-585C84358883}" srcOrd="0" destOrd="0" presId="urn:microsoft.com/office/officeart/2005/8/layout/orgChart1"/>
    <dgm:cxn modelId="{21DCC5B8-41E3-D046-A8E6-EE9A7F3CFD19}" type="presOf" srcId="{D86BA47F-AB99-9144-BA7E-17DC7013E8A9}" destId="{F7C396C5-F04D-0049-A91D-C8ACF52F3BA5}" srcOrd="0" destOrd="0" presId="urn:microsoft.com/office/officeart/2005/8/layout/orgChart1"/>
    <dgm:cxn modelId="{3C1B17BA-037B-5C44-BB02-DBD8F1B0F72C}" type="presOf" srcId="{72F9BF28-F350-E041-9E1A-AF68E1750E27}" destId="{87149FAA-9019-E840-A6AA-5C306766E4FC}" srcOrd="0" destOrd="0" presId="urn:microsoft.com/office/officeart/2005/8/layout/orgChart1"/>
    <dgm:cxn modelId="{55BD14BB-4765-1D40-ABD8-B5FDDAAEEEB2}" srcId="{27078715-07FC-724F-85C1-3F6DC18DE89F}" destId="{84A008EA-9777-3D49-ADD4-F7E6AE1E304F}" srcOrd="4" destOrd="0" parTransId="{F77D3EE8-0A30-ED40-9A10-2F2F488BB043}" sibTransId="{A6AAB114-FAA1-D541-A393-2BB286EB45EF}"/>
    <dgm:cxn modelId="{86A35CBC-85C4-354B-B0AC-DEB471E09630}" type="presOf" srcId="{95874934-D5FF-BA4F-8423-99343BBB852C}" destId="{FB73B519-5341-8C41-A16C-DB750153B6EB}" srcOrd="0" destOrd="0" presId="urn:microsoft.com/office/officeart/2005/8/layout/orgChart1"/>
    <dgm:cxn modelId="{23F67ABD-64A5-1645-B77F-2908783683DD}" type="presOf" srcId="{52A969AE-EFFA-294C-B284-D5A928CC3992}" destId="{BBBE2A37-BCC9-EE4D-899C-5D4A557B616C}" srcOrd="0" destOrd="0" presId="urn:microsoft.com/office/officeart/2005/8/layout/orgChart1"/>
    <dgm:cxn modelId="{9D277ABF-73A2-8745-BCB2-AFAB714AA21B}" type="presOf" srcId="{5D024DF2-5392-274D-9B54-2B6A40E285CD}" destId="{07502E36-8428-4C4D-B780-B60F85D331F6}" srcOrd="0" destOrd="0" presId="urn:microsoft.com/office/officeart/2005/8/layout/orgChart1"/>
    <dgm:cxn modelId="{58B208C1-D329-3942-93CC-9F6D379C9D60}" type="presOf" srcId="{3C5EFEC8-A655-BD47-B1EC-448832FDEC95}" destId="{8D2222E6-CBB1-E746-B95E-31957EC94023}" srcOrd="0" destOrd="0" presId="urn:microsoft.com/office/officeart/2005/8/layout/orgChart1"/>
    <dgm:cxn modelId="{964004C6-2B6F-944F-A89F-62D33306FF78}" srcId="{3A5F9079-6CB5-D24D-A32D-9262D57918A0}" destId="{72F9BF28-F350-E041-9E1A-AF68E1750E27}" srcOrd="0" destOrd="0" parTransId="{C68ED290-024B-D341-867F-6B2A1B27895F}" sibTransId="{28998DAA-5924-8848-90CC-E67A4CD33EA5}"/>
    <dgm:cxn modelId="{CDB60BC6-409E-9F41-90A4-B147DB2EE1D2}" type="presOf" srcId="{25FF79B9-8A4E-2846-8389-DA2539AC0E91}" destId="{0E281403-D2B0-9E4B-B270-D0C36855A987}" srcOrd="0" destOrd="0" presId="urn:microsoft.com/office/officeart/2005/8/layout/orgChart1"/>
    <dgm:cxn modelId="{E842C5C7-0374-2442-90AC-C1AFC3A9C95C}" type="presOf" srcId="{3E64FE57-201D-754A-9586-2C5054B3D387}" destId="{B9F063A2-72B0-7344-9CBA-40794A7EC370}" srcOrd="0" destOrd="0" presId="urn:microsoft.com/office/officeart/2005/8/layout/orgChart1"/>
    <dgm:cxn modelId="{1CBCF8C9-58B2-1C4B-B7F9-09052D074631}" type="presOf" srcId="{FFBA6F8E-9722-274D-8EB3-81DF6DADB165}" destId="{F34E717F-CEE8-1546-92E5-7C4BEC135981}" srcOrd="1" destOrd="0" presId="urn:microsoft.com/office/officeart/2005/8/layout/orgChart1"/>
    <dgm:cxn modelId="{7DB96ECA-CCC1-2B44-9B10-4CF460E07B55}" srcId="{C1262EB9-29ED-CB4D-B602-F032BD5CC26A}" destId="{86FA0EE6-A0BE-4C40-BE6C-7F12FD4643ED}" srcOrd="0" destOrd="0" parTransId="{8C1C897C-7F20-8443-AAFD-FE1B78D08CAF}" sibTransId="{2D749E0D-91EF-1445-B078-86E7D0F9D84F}"/>
    <dgm:cxn modelId="{28E2E6CB-D379-8E42-87E4-7329F2A57F5D}" type="presOf" srcId="{8C1C897C-7F20-8443-AAFD-FE1B78D08CAF}" destId="{743172C3-3363-F54F-9FA3-3950DF47F2B4}" srcOrd="0" destOrd="0" presId="urn:microsoft.com/office/officeart/2005/8/layout/orgChart1"/>
    <dgm:cxn modelId="{11753BCF-F7EB-CC45-A8E8-9EC92F323132}" type="presOf" srcId="{3A5F9079-6CB5-D24D-A32D-9262D57918A0}" destId="{EEF3F88C-42A1-8442-ACB6-44B2C18D4000}" srcOrd="1" destOrd="0" presId="urn:microsoft.com/office/officeart/2005/8/layout/orgChart1"/>
    <dgm:cxn modelId="{C51689D0-DEF8-DC40-BFEA-DBABA7FB7E67}" type="presOf" srcId="{4B56A004-6C37-9F41-BF88-BBBF56BCF020}" destId="{70339C03-306A-9945-8937-6B41C2B23CEF}" srcOrd="0" destOrd="0" presId="urn:microsoft.com/office/officeart/2005/8/layout/orgChart1"/>
    <dgm:cxn modelId="{4CA4FFD0-E8F2-C448-B6AC-5AF714A3EA07}" type="presOf" srcId="{4B5A19BE-B89A-AD40-AEE3-D7068B5AC6AE}" destId="{D11C61C4-6F26-6542-BE30-172D6934BAB1}" srcOrd="1" destOrd="0" presId="urn:microsoft.com/office/officeart/2005/8/layout/orgChart1"/>
    <dgm:cxn modelId="{084D21D3-F452-854E-AB02-F3FFC0766753}" type="presOf" srcId="{D9BDA46B-BA35-0043-925B-18DDAFA5C099}" destId="{81CFC0AF-CB74-8B46-9869-262223701FF3}" srcOrd="0" destOrd="0" presId="urn:microsoft.com/office/officeart/2005/8/layout/orgChart1"/>
    <dgm:cxn modelId="{B74CF8D5-5C33-6043-8007-A5FEE3C4854D}" srcId="{3A5F9079-6CB5-D24D-A32D-9262D57918A0}" destId="{C1214177-9A26-1442-9F05-7904EB52812D}" srcOrd="1" destOrd="0" parTransId="{4B56A004-6C37-9F41-BF88-BBBF56BCF020}" sibTransId="{A5DCD163-11AC-3942-A3F4-A5DC6B28CDB7}"/>
    <dgm:cxn modelId="{4047F8D7-DE33-CD44-83BC-014B058E9766}" type="presOf" srcId="{D7F6F72D-83F3-1542-AB0B-A0F79919C62A}" destId="{F777DFC4-7111-154F-B309-9519F20588E6}" srcOrd="0" destOrd="0" presId="urn:microsoft.com/office/officeart/2005/8/layout/orgChart1"/>
    <dgm:cxn modelId="{94306ED8-A5C4-524B-A5C7-C0F0FB3E1A41}" type="presOf" srcId="{E9D01155-9BCB-DF4F-A71F-1AEB8A56169C}" destId="{1AC52274-9E80-A248-8CE5-C5A7C3F6B707}" srcOrd="1" destOrd="0" presId="urn:microsoft.com/office/officeart/2005/8/layout/orgChart1"/>
    <dgm:cxn modelId="{2412D7D8-A8DF-344E-8E22-5216553CC9CC}" srcId="{2AC98C97-86CD-C744-BD9A-C6D580EC1121}" destId="{63C6C4B9-8E67-FA4D-8524-AF28AB064D3D}" srcOrd="1" destOrd="0" parTransId="{214DEFB5-2E92-9E41-9321-28D521425D2C}" sibTransId="{E5C203DF-292C-7749-90C6-7A0E263C0EF9}"/>
    <dgm:cxn modelId="{F73A0CDA-25B3-1346-AC13-A0D5A9CFC0FE}" type="presOf" srcId="{38B8AEE1-66BA-F544-BA95-3B5BFC6B8EAD}" destId="{022E7FD9-2364-EB47-A0D7-BDA6FC31D89E}" srcOrd="1" destOrd="0" presId="urn:microsoft.com/office/officeart/2005/8/layout/orgChart1"/>
    <dgm:cxn modelId="{E36D4EDA-0930-D04F-A093-B9D0DE93E9D8}" srcId="{FFBA6F8E-9722-274D-8EB3-81DF6DADB165}" destId="{C1262EB9-29ED-CB4D-B602-F032BD5CC26A}" srcOrd="2" destOrd="0" parTransId="{95874934-D5FF-BA4F-8423-99343BBB852C}" sibTransId="{79464F61-8D70-D740-9B65-E7A65ABABC38}"/>
    <dgm:cxn modelId="{B3AD03DD-266B-3242-BA51-EAC23512571F}" type="presOf" srcId="{99C78B52-94E4-714E-9A14-F7E05080D0B9}" destId="{6C822C9E-835E-5645-AF5D-7834466D4748}" srcOrd="0" destOrd="0" presId="urn:microsoft.com/office/officeart/2005/8/layout/orgChart1"/>
    <dgm:cxn modelId="{F7E0B8DF-E19B-6B48-9565-2B6D97831F54}" type="presOf" srcId="{6B10D1EC-D702-0743-8903-C7830F4C8023}" destId="{9BCB058D-A879-0441-98C4-7789240F8897}" srcOrd="0" destOrd="0" presId="urn:microsoft.com/office/officeart/2005/8/layout/orgChart1"/>
    <dgm:cxn modelId="{81AA78E6-065E-ED4E-83C9-8177D4FA455F}" srcId="{21C0E740-6142-BF4A-A9CC-28552FF8EB78}" destId="{38B8AEE1-66BA-F544-BA95-3B5BFC6B8EAD}" srcOrd="2" destOrd="0" parTransId="{89AF8AEA-E56B-114A-B53A-CA01335C1A9B}" sibTransId="{05ED9731-05DD-3047-A48E-9E93F782B9F0}"/>
    <dgm:cxn modelId="{8C7CBFE8-2480-494E-8147-86B9AA9985B5}" srcId="{3C5EFEC8-A655-BD47-B1EC-448832FDEC95}" destId="{42176BFC-00D1-2E43-892B-2264E08CBB51}" srcOrd="0" destOrd="0" parTransId="{5D024DF2-5392-274D-9B54-2B6A40E285CD}" sibTransId="{5E4D946E-E553-8E45-8B7F-C77AB48840E7}"/>
    <dgm:cxn modelId="{CEB181EA-CD16-3C46-8D0F-E804A27B79E4}" type="presOf" srcId="{D9BDA46B-BA35-0043-925B-18DDAFA5C099}" destId="{1A522E96-03B3-8343-8909-3B06C04E17B7}" srcOrd="1" destOrd="0" presId="urn:microsoft.com/office/officeart/2005/8/layout/orgChart1"/>
    <dgm:cxn modelId="{5A77A3EA-E81D-664C-A511-223207C40F84}" srcId="{FFBA6F8E-9722-274D-8EB3-81DF6DADB165}" destId="{3C5EFEC8-A655-BD47-B1EC-448832FDEC95}" srcOrd="7" destOrd="0" parTransId="{9E297223-1EBE-724A-98BB-A45E121B2C97}" sibTransId="{19E697E5-66B5-B440-B43C-A6E10A3006C7}"/>
    <dgm:cxn modelId="{53AB03EB-6363-BC4F-B034-617EF130E960}" type="presOf" srcId="{72F9BF28-F350-E041-9E1A-AF68E1750E27}" destId="{569AD265-6C50-EB49-B50D-56CA319559D0}" srcOrd="1" destOrd="0" presId="urn:microsoft.com/office/officeart/2005/8/layout/orgChart1"/>
    <dgm:cxn modelId="{CCC927EE-571E-C94B-8A36-C1745E18EFC0}" type="presOf" srcId="{615322EC-29D0-BE4B-9E81-485EC64B34AD}" destId="{2886F659-6E89-BF4A-9E9B-09623E8A0CC6}" srcOrd="0" destOrd="0" presId="urn:microsoft.com/office/officeart/2005/8/layout/orgChart1"/>
    <dgm:cxn modelId="{C5A9A3EE-BD6B-0D46-A851-A92501CC2EBF}" srcId="{615322EC-29D0-BE4B-9E81-485EC64B34AD}" destId="{38CCC40C-91F2-DF4D-9924-16145272738B}" srcOrd="1" destOrd="0" parTransId="{53AB89B8-2CEB-8B4F-A4A5-9E144AC05308}" sibTransId="{FF01F140-A864-1F4A-9E26-148EF208C883}"/>
    <dgm:cxn modelId="{D77A3BF0-841D-3B42-AFAC-4530E4D6A2B6}" type="presOf" srcId="{F2309EA3-3F52-E647-A1C8-2EDFDEEA483E}" destId="{F1C99C23-B62F-B34E-A4F8-F895E588477D}" srcOrd="1" destOrd="0" presId="urn:microsoft.com/office/officeart/2005/8/layout/orgChart1"/>
    <dgm:cxn modelId="{5774B6F3-6A4C-E14D-8640-AFAD9B799482}" type="presOf" srcId="{FC3FB143-C0F8-564B-B3F4-D60C2215782E}" destId="{81735717-B761-4A42-B1BE-D32F25076CEE}" srcOrd="0" destOrd="0" presId="urn:microsoft.com/office/officeart/2005/8/layout/orgChart1"/>
    <dgm:cxn modelId="{7740FDF5-8FB2-DC45-91C8-8ADB0417CE5B}" srcId="{EA7CE616-30E6-3F4F-89C1-44E5AC482DFC}" destId="{0E6C66E4-1C4D-A247-9F41-6501204C9699}" srcOrd="0" destOrd="0" parTransId="{5DEA6109-C1FE-AA45-AF46-BD174D62F4C6}" sibTransId="{7A37DE04-8DC9-6947-9D0B-945C43128949}"/>
    <dgm:cxn modelId="{86BC42F6-0751-2F4A-8423-999302DF68AA}" type="presOf" srcId="{86FA0EE6-A0BE-4C40-BE6C-7F12FD4643ED}" destId="{2A289A3D-8DE1-004D-9E92-FA08A37AE63D}" srcOrd="0" destOrd="0" presId="urn:microsoft.com/office/officeart/2005/8/layout/orgChart1"/>
    <dgm:cxn modelId="{AD4AA9F8-926D-8B4D-BF97-E406CAA33EF6}" type="presOf" srcId="{0E6C66E4-1C4D-A247-9F41-6501204C9699}" destId="{D1529639-8CAA-7C44-8C7C-9AE13CA132E1}" srcOrd="0" destOrd="0" presId="urn:microsoft.com/office/officeart/2005/8/layout/orgChart1"/>
    <dgm:cxn modelId="{E3E327F9-19FE-9747-AC13-EE48C68481D2}" srcId="{FFBA6F8E-9722-274D-8EB3-81DF6DADB165}" destId="{27078715-07FC-724F-85C1-3F6DC18DE89F}" srcOrd="1" destOrd="0" parTransId="{D86BA47F-AB99-9144-BA7E-17DC7013E8A9}" sibTransId="{727F7694-3251-624E-B32B-782224CAD50E}"/>
    <dgm:cxn modelId="{68B704FA-49EC-0548-87BC-BF52F9C184DE}" type="presOf" srcId="{EA7CE616-30E6-3F4F-89C1-44E5AC482DFC}" destId="{9ABB7012-2C3A-1F45-A584-55AC9607BB7D}" srcOrd="0" destOrd="0" presId="urn:microsoft.com/office/officeart/2005/8/layout/orgChart1"/>
    <dgm:cxn modelId="{CA254CFA-03FE-C44B-A824-8D4A622947C0}" srcId="{27078715-07FC-724F-85C1-3F6DC18DE89F}" destId="{BD5CEA55-4808-7B46-BA9B-76C217B50A17}" srcOrd="2" destOrd="0" parTransId="{52A969AE-EFFA-294C-B284-D5A928CC3992}" sibTransId="{D8DFDEA9-0E1A-BE49-ABB2-00F7E0C7338C}"/>
    <dgm:cxn modelId="{DF5FA9FE-B2DC-0F48-AF8B-011F8B5FA11A}" srcId="{27078715-07FC-724F-85C1-3F6DC18DE89F}" destId="{1900234C-230E-ED43-BE4B-2AC60BD160BA}" srcOrd="3" destOrd="0" parTransId="{FC3FB143-C0F8-564B-B3F4-D60C2215782E}" sibTransId="{6A22F0F5-C2F0-004F-8716-B85B63A69D94}"/>
    <dgm:cxn modelId="{F57EC8FF-7FB3-2442-953A-3CD3706F01EF}" type="presOf" srcId="{2AC98C97-86CD-C744-BD9A-C6D580EC1121}" destId="{28E97897-196F-3947-858F-5EC95C36F56A}" srcOrd="0" destOrd="0" presId="urn:microsoft.com/office/officeart/2005/8/layout/orgChart1"/>
    <dgm:cxn modelId="{A057E843-54DE-B54D-A907-21EA82873F14}" type="presParOf" srcId="{0E281403-D2B0-9E4B-B270-D0C36855A987}" destId="{07995FCC-BA26-194C-A73F-813ACF86BC2A}" srcOrd="0" destOrd="0" presId="urn:microsoft.com/office/officeart/2005/8/layout/orgChart1"/>
    <dgm:cxn modelId="{12BC0086-E703-524C-B135-BBB73E4FBAC8}" type="presParOf" srcId="{07995FCC-BA26-194C-A73F-813ACF86BC2A}" destId="{2CCD008A-276D-FD45-8822-EDD61B1F1916}" srcOrd="0" destOrd="0" presId="urn:microsoft.com/office/officeart/2005/8/layout/orgChart1"/>
    <dgm:cxn modelId="{51F4104C-38A7-6948-A316-656C6E89EFA7}" type="presParOf" srcId="{2CCD008A-276D-FD45-8822-EDD61B1F1916}" destId="{1B4FA5AE-6D54-EC45-A6B8-44AAE9A6F5E5}" srcOrd="0" destOrd="0" presId="urn:microsoft.com/office/officeart/2005/8/layout/orgChart1"/>
    <dgm:cxn modelId="{14376D5C-7DA0-2741-B5F9-476EBEA3899A}" type="presParOf" srcId="{2CCD008A-276D-FD45-8822-EDD61B1F1916}" destId="{F34E717F-CEE8-1546-92E5-7C4BEC135981}" srcOrd="1" destOrd="0" presId="urn:microsoft.com/office/officeart/2005/8/layout/orgChart1"/>
    <dgm:cxn modelId="{3063F93D-2B94-4346-A1C0-3B61A04CDCFB}" type="presParOf" srcId="{07995FCC-BA26-194C-A73F-813ACF86BC2A}" destId="{2F94D01E-77E4-F34C-9DFF-501493338F48}" srcOrd="1" destOrd="0" presId="urn:microsoft.com/office/officeart/2005/8/layout/orgChart1"/>
    <dgm:cxn modelId="{7E629AF2-0907-7F44-B2F7-C36D1607ACE6}" type="presParOf" srcId="{2F94D01E-77E4-F34C-9DFF-501493338F48}" destId="{F777DFC4-7111-154F-B309-9519F20588E6}" srcOrd="0" destOrd="0" presId="urn:microsoft.com/office/officeart/2005/8/layout/orgChart1"/>
    <dgm:cxn modelId="{F034F9EF-F772-DC49-BE3A-35E4D1304719}" type="presParOf" srcId="{2F94D01E-77E4-F34C-9DFF-501493338F48}" destId="{B3C9114C-650F-9C48-B53C-348270EB54D3}" srcOrd="1" destOrd="0" presId="urn:microsoft.com/office/officeart/2005/8/layout/orgChart1"/>
    <dgm:cxn modelId="{DE2FF0A9-131A-634A-9544-67A53F439F28}" type="presParOf" srcId="{B3C9114C-650F-9C48-B53C-348270EB54D3}" destId="{4D1DBBB9-4210-4440-A3AA-F69A0A374425}" srcOrd="0" destOrd="0" presId="urn:microsoft.com/office/officeart/2005/8/layout/orgChart1"/>
    <dgm:cxn modelId="{19E305FD-F2EF-F440-84B7-068065C5DCB6}" type="presParOf" srcId="{4D1DBBB9-4210-4440-A3AA-F69A0A374425}" destId="{2886F659-6E89-BF4A-9E9B-09623E8A0CC6}" srcOrd="0" destOrd="0" presId="urn:microsoft.com/office/officeart/2005/8/layout/orgChart1"/>
    <dgm:cxn modelId="{6FDB1493-D008-BB40-964B-08C3499AA762}" type="presParOf" srcId="{4D1DBBB9-4210-4440-A3AA-F69A0A374425}" destId="{349B1ED7-6B4C-2949-8D41-469C057AF3FD}" srcOrd="1" destOrd="0" presId="urn:microsoft.com/office/officeart/2005/8/layout/orgChart1"/>
    <dgm:cxn modelId="{1BF8013A-FC42-8748-A1CF-E93721E94531}" type="presParOf" srcId="{B3C9114C-650F-9C48-B53C-348270EB54D3}" destId="{3DCB72DC-CB38-B047-A0D5-559AA90D7B21}" srcOrd="1" destOrd="0" presId="urn:microsoft.com/office/officeart/2005/8/layout/orgChart1"/>
    <dgm:cxn modelId="{3D880435-A513-214B-BBBE-B3B29B3D6F0A}" type="presParOf" srcId="{3DCB72DC-CB38-B047-A0D5-559AA90D7B21}" destId="{EB4D5CBC-5CFD-E64E-94DC-D7DD6C39BABC}" srcOrd="0" destOrd="0" presId="urn:microsoft.com/office/officeart/2005/8/layout/orgChart1"/>
    <dgm:cxn modelId="{33FE1763-8687-D644-925A-87B03F6C0B31}" type="presParOf" srcId="{3DCB72DC-CB38-B047-A0D5-559AA90D7B21}" destId="{AC061B37-1439-8D46-ADFB-32E0EF47EEB2}" srcOrd="1" destOrd="0" presId="urn:microsoft.com/office/officeart/2005/8/layout/orgChart1"/>
    <dgm:cxn modelId="{8DD24202-E5C1-4B4B-992F-8FFB5DBE04E4}" type="presParOf" srcId="{AC061B37-1439-8D46-ADFB-32E0EF47EEB2}" destId="{DBD4CEE6-6172-474F-9A8C-F6441361EFB6}" srcOrd="0" destOrd="0" presId="urn:microsoft.com/office/officeart/2005/8/layout/orgChart1"/>
    <dgm:cxn modelId="{1B018051-5040-B64F-9602-DCCF064DE2AF}" type="presParOf" srcId="{DBD4CEE6-6172-474F-9A8C-F6441361EFB6}" destId="{B4FBC950-3436-5547-B874-96C0921DAD13}" srcOrd="0" destOrd="0" presId="urn:microsoft.com/office/officeart/2005/8/layout/orgChart1"/>
    <dgm:cxn modelId="{058A65C3-16CC-024F-B27D-7C6E9CD96C71}" type="presParOf" srcId="{DBD4CEE6-6172-474F-9A8C-F6441361EFB6}" destId="{2BB3EFCB-3D1A-274B-9C8A-B21D61F4B3C5}" srcOrd="1" destOrd="0" presId="urn:microsoft.com/office/officeart/2005/8/layout/orgChart1"/>
    <dgm:cxn modelId="{6A60D2D1-C172-C34F-AA5F-0A1FDB1D2E22}" type="presParOf" srcId="{AC061B37-1439-8D46-ADFB-32E0EF47EEB2}" destId="{8D4E4590-FB53-FE4D-BC19-7598AA14CF51}" srcOrd="1" destOrd="0" presId="urn:microsoft.com/office/officeart/2005/8/layout/orgChart1"/>
    <dgm:cxn modelId="{30481F39-3385-AF4C-9BFD-B136ABE13F79}" type="presParOf" srcId="{AC061B37-1439-8D46-ADFB-32E0EF47EEB2}" destId="{9577CC4D-03F4-0E43-870D-5BF14A68EA99}" srcOrd="2" destOrd="0" presId="urn:microsoft.com/office/officeart/2005/8/layout/orgChart1"/>
    <dgm:cxn modelId="{B579D42E-B2BF-BA43-9A53-A9740BA02638}" type="presParOf" srcId="{3DCB72DC-CB38-B047-A0D5-559AA90D7B21}" destId="{765C4C13-876D-2B41-8298-69B0ACAF8616}" srcOrd="2" destOrd="0" presId="urn:microsoft.com/office/officeart/2005/8/layout/orgChart1"/>
    <dgm:cxn modelId="{88152DED-4D47-DF46-A1D9-8C0B3895278A}" type="presParOf" srcId="{3DCB72DC-CB38-B047-A0D5-559AA90D7B21}" destId="{690EC0C3-055B-E945-9D45-B5499733E01C}" srcOrd="3" destOrd="0" presId="urn:microsoft.com/office/officeart/2005/8/layout/orgChart1"/>
    <dgm:cxn modelId="{BE224D2E-91B0-4148-8F86-4685508227F9}" type="presParOf" srcId="{690EC0C3-055B-E945-9D45-B5499733E01C}" destId="{A66B13FB-28DB-8B43-BC40-1B3AE1C5E17E}" srcOrd="0" destOrd="0" presId="urn:microsoft.com/office/officeart/2005/8/layout/orgChart1"/>
    <dgm:cxn modelId="{352BB290-131D-7D42-8DE4-182626E3219E}" type="presParOf" srcId="{A66B13FB-28DB-8B43-BC40-1B3AE1C5E17E}" destId="{F0627D8D-C6AA-E04D-804F-F7DC3893F37C}" srcOrd="0" destOrd="0" presId="urn:microsoft.com/office/officeart/2005/8/layout/orgChart1"/>
    <dgm:cxn modelId="{F5EA4389-3220-784C-84C6-58626C6A69F8}" type="presParOf" srcId="{A66B13FB-28DB-8B43-BC40-1B3AE1C5E17E}" destId="{D04DA2FB-249E-4B43-A9E9-1D4320DCF19E}" srcOrd="1" destOrd="0" presId="urn:microsoft.com/office/officeart/2005/8/layout/orgChart1"/>
    <dgm:cxn modelId="{5E441FB8-50B2-E643-A102-28F2440E7F34}" type="presParOf" srcId="{690EC0C3-055B-E945-9D45-B5499733E01C}" destId="{53516365-A8EC-EA4D-BB59-FA66F21EC737}" srcOrd="1" destOrd="0" presId="urn:microsoft.com/office/officeart/2005/8/layout/orgChart1"/>
    <dgm:cxn modelId="{E2E837A7-3E6C-834C-BEAB-729BE1B7AF2E}" type="presParOf" srcId="{690EC0C3-055B-E945-9D45-B5499733E01C}" destId="{272CE4A2-6560-CD43-A055-9BA0E96D3517}" srcOrd="2" destOrd="0" presId="urn:microsoft.com/office/officeart/2005/8/layout/orgChart1"/>
    <dgm:cxn modelId="{2A3C3215-D548-C140-9227-482001F82F6C}" type="presParOf" srcId="{B3C9114C-650F-9C48-B53C-348270EB54D3}" destId="{51EB7D5B-8373-994C-9B47-B5BCB42716A9}" srcOrd="2" destOrd="0" presId="urn:microsoft.com/office/officeart/2005/8/layout/orgChart1"/>
    <dgm:cxn modelId="{2CDA937F-F1A8-6B46-A42D-D4B280C2D605}" type="presParOf" srcId="{2F94D01E-77E4-F34C-9DFF-501493338F48}" destId="{F7C396C5-F04D-0049-A91D-C8ACF52F3BA5}" srcOrd="2" destOrd="0" presId="urn:microsoft.com/office/officeart/2005/8/layout/orgChart1"/>
    <dgm:cxn modelId="{8E31448B-631A-E44F-A7CB-7F84467392A0}" type="presParOf" srcId="{2F94D01E-77E4-F34C-9DFF-501493338F48}" destId="{0966D764-14C3-7942-831D-017D5E6E1E99}" srcOrd="3" destOrd="0" presId="urn:microsoft.com/office/officeart/2005/8/layout/orgChart1"/>
    <dgm:cxn modelId="{4C224770-FEE5-6F49-9DB0-441D028E0D64}" type="presParOf" srcId="{0966D764-14C3-7942-831D-017D5E6E1E99}" destId="{51A8E487-435F-6443-B918-179D344D09D3}" srcOrd="0" destOrd="0" presId="urn:microsoft.com/office/officeart/2005/8/layout/orgChart1"/>
    <dgm:cxn modelId="{5487F9CD-7BAF-BB4B-8EF8-E7BCEC267D64}" type="presParOf" srcId="{51A8E487-435F-6443-B918-179D344D09D3}" destId="{14A255AF-1673-7644-8DF7-86489B12401C}" srcOrd="0" destOrd="0" presId="urn:microsoft.com/office/officeart/2005/8/layout/orgChart1"/>
    <dgm:cxn modelId="{CA5D8268-38C9-2742-9CF5-4303B734C582}" type="presParOf" srcId="{51A8E487-435F-6443-B918-179D344D09D3}" destId="{3F71694B-32A0-3B40-ABBE-1CCC1EF13530}" srcOrd="1" destOrd="0" presId="urn:microsoft.com/office/officeart/2005/8/layout/orgChart1"/>
    <dgm:cxn modelId="{52DE43C9-3606-2442-807C-08016F22E567}" type="presParOf" srcId="{0966D764-14C3-7942-831D-017D5E6E1E99}" destId="{93979C63-D27B-0744-959D-A35E240D3C54}" srcOrd="1" destOrd="0" presId="urn:microsoft.com/office/officeart/2005/8/layout/orgChart1"/>
    <dgm:cxn modelId="{D2CFDB8B-4FF5-174C-853B-0B56A698AD44}" type="presParOf" srcId="{93979C63-D27B-0744-959D-A35E240D3C54}" destId="{B8FE4AFB-EBD3-EA4C-B16B-2FC370616CD3}" srcOrd="0" destOrd="0" presId="urn:microsoft.com/office/officeart/2005/8/layout/orgChart1"/>
    <dgm:cxn modelId="{6059FF52-0532-CA48-87B2-E1A888435CA0}" type="presParOf" srcId="{93979C63-D27B-0744-959D-A35E240D3C54}" destId="{C436139A-6E74-A748-A3DB-4BD98DA1A226}" srcOrd="1" destOrd="0" presId="urn:microsoft.com/office/officeart/2005/8/layout/orgChart1"/>
    <dgm:cxn modelId="{96B12E70-DD8E-7F41-978F-82CB97E09590}" type="presParOf" srcId="{C436139A-6E74-A748-A3DB-4BD98DA1A226}" destId="{89C3A576-EB3F-BA43-81C1-576A3AF97340}" srcOrd="0" destOrd="0" presId="urn:microsoft.com/office/officeart/2005/8/layout/orgChart1"/>
    <dgm:cxn modelId="{160D046E-EB80-6745-A681-26BA29C031CB}" type="presParOf" srcId="{89C3A576-EB3F-BA43-81C1-576A3AF97340}" destId="{0D4EE3D3-840D-3E4D-A89D-08C23105C712}" srcOrd="0" destOrd="0" presId="urn:microsoft.com/office/officeart/2005/8/layout/orgChart1"/>
    <dgm:cxn modelId="{D096A75A-763C-7748-9304-F61E774C1377}" type="presParOf" srcId="{89C3A576-EB3F-BA43-81C1-576A3AF97340}" destId="{1AC52274-9E80-A248-8CE5-C5A7C3F6B707}" srcOrd="1" destOrd="0" presId="urn:microsoft.com/office/officeart/2005/8/layout/orgChart1"/>
    <dgm:cxn modelId="{0E860D6E-4D42-6840-AB4D-41CB851A2494}" type="presParOf" srcId="{C436139A-6E74-A748-A3DB-4BD98DA1A226}" destId="{F94C6E39-2F68-7B42-983B-FD7090E04637}" srcOrd="1" destOrd="0" presId="urn:microsoft.com/office/officeart/2005/8/layout/orgChart1"/>
    <dgm:cxn modelId="{49242734-6B5E-7746-89AF-EF2E9332513E}" type="presParOf" srcId="{C436139A-6E74-A748-A3DB-4BD98DA1A226}" destId="{44FA3D1D-D4BA-7A41-B1CA-8E8C9BA62D48}" srcOrd="2" destOrd="0" presId="urn:microsoft.com/office/officeart/2005/8/layout/orgChart1"/>
    <dgm:cxn modelId="{00727AB7-C84C-8E45-9EBE-3EC5FBD49BE9}" type="presParOf" srcId="{93979C63-D27B-0744-959D-A35E240D3C54}" destId="{CA5FEC52-D3C0-AF48-ACE6-3DBEE7C09076}" srcOrd="2" destOrd="0" presId="urn:microsoft.com/office/officeart/2005/8/layout/orgChart1"/>
    <dgm:cxn modelId="{1B27648B-864F-7741-960A-F64126B07942}" type="presParOf" srcId="{93979C63-D27B-0744-959D-A35E240D3C54}" destId="{E926216B-D131-AF43-9C7E-2DAC080CAA0F}" srcOrd="3" destOrd="0" presId="urn:microsoft.com/office/officeart/2005/8/layout/orgChart1"/>
    <dgm:cxn modelId="{1C29FBBF-BC34-514B-B7C8-9646F313E2A9}" type="presParOf" srcId="{E926216B-D131-AF43-9C7E-2DAC080CAA0F}" destId="{409CE5B3-024C-2142-AA29-21BE793397C5}" srcOrd="0" destOrd="0" presId="urn:microsoft.com/office/officeart/2005/8/layout/orgChart1"/>
    <dgm:cxn modelId="{6A72A8C6-94DA-304C-9C4B-3F79D0B42379}" type="presParOf" srcId="{409CE5B3-024C-2142-AA29-21BE793397C5}" destId="{CB711D15-F532-2340-BD6F-71E83649A936}" srcOrd="0" destOrd="0" presId="urn:microsoft.com/office/officeart/2005/8/layout/orgChart1"/>
    <dgm:cxn modelId="{E29A5DDD-B8D3-8A48-BC96-122EF1A8377C}" type="presParOf" srcId="{409CE5B3-024C-2142-AA29-21BE793397C5}" destId="{63B73343-3535-5643-95F9-E59B63510F23}" srcOrd="1" destOrd="0" presId="urn:microsoft.com/office/officeart/2005/8/layout/orgChart1"/>
    <dgm:cxn modelId="{4682B01D-B20E-2247-915C-330EF471E936}" type="presParOf" srcId="{E926216B-D131-AF43-9C7E-2DAC080CAA0F}" destId="{3C867F13-7888-FE42-BB42-AB2CDF8F9754}" srcOrd="1" destOrd="0" presId="urn:microsoft.com/office/officeart/2005/8/layout/orgChart1"/>
    <dgm:cxn modelId="{4F44CDBE-65B4-7142-8495-10DEC7FC0384}" type="presParOf" srcId="{E926216B-D131-AF43-9C7E-2DAC080CAA0F}" destId="{311237E8-4288-0F4D-97F7-426D881463BE}" srcOrd="2" destOrd="0" presId="urn:microsoft.com/office/officeart/2005/8/layout/orgChart1"/>
    <dgm:cxn modelId="{E64B8F3B-D72D-6749-A411-EC5D7236C8E3}" type="presParOf" srcId="{93979C63-D27B-0744-959D-A35E240D3C54}" destId="{BBBE2A37-BCC9-EE4D-899C-5D4A557B616C}" srcOrd="4" destOrd="0" presId="urn:microsoft.com/office/officeart/2005/8/layout/orgChart1"/>
    <dgm:cxn modelId="{83A9441E-FA44-D24E-9B8C-4DAE12545AE5}" type="presParOf" srcId="{93979C63-D27B-0744-959D-A35E240D3C54}" destId="{A37269D7-D07E-CE4B-9882-502F3039F509}" srcOrd="5" destOrd="0" presId="urn:microsoft.com/office/officeart/2005/8/layout/orgChart1"/>
    <dgm:cxn modelId="{FA39143F-86AB-7741-A924-2C0B669244DF}" type="presParOf" srcId="{A37269D7-D07E-CE4B-9882-502F3039F509}" destId="{7709A5B2-3FE4-994C-A2BA-FECF94E3EDFB}" srcOrd="0" destOrd="0" presId="urn:microsoft.com/office/officeart/2005/8/layout/orgChart1"/>
    <dgm:cxn modelId="{EA3ABE78-BD53-D74E-9A8D-4093078A62EB}" type="presParOf" srcId="{7709A5B2-3FE4-994C-A2BA-FECF94E3EDFB}" destId="{083A3DB8-3784-B14F-B09D-EC1C404C64C1}" srcOrd="0" destOrd="0" presId="urn:microsoft.com/office/officeart/2005/8/layout/orgChart1"/>
    <dgm:cxn modelId="{07C4DB63-521D-7A49-8F85-A1B2006055CB}" type="presParOf" srcId="{7709A5B2-3FE4-994C-A2BA-FECF94E3EDFB}" destId="{64321DD3-2753-2848-A3BF-A8BE332797DE}" srcOrd="1" destOrd="0" presId="urn:microsoft.com/office/officeart/2005/8/layout/orgChart1"/>
    <dgm:cxn modelId="{02779805-3776-3544-BCCC-58A7A33C348D}" type="presParOf" srcId="{A37269D7-D07E-CE4B-9882-502F3039F509}" destId="{2B1B2A1C-FAD0-E94D-B3DA-0297E1AA07D1}" srcOrd="1" destOrd="0" presId="urn:microsoft.com/office/officeart/2005/8/layout/orgChart1"/>
    <dgm:cxn modelId="{75D33489-70EE-3949-A98A-11087D86AA45}" type="presParOf" srcId="{A37269D7-D07E-CE4B-9882-502F3039F509}" destId="{B9EAA358-632D-3544-95D1-7C7D2EDE866F}" srcOrd="2" destOrd="0" presId="urn:microsoft.com/office/officeart/2005/8/layout/orgChart1"/>
    <dgm:cxn modelId="{5FE6A40B-AC59-5041-A9DB-EB9B81D38D08}" type="presParOf" srcId="{93979C63-D27B-0744-959D-A35E240D3C54}" destId="{81735717-B761-4A42-B1BE-D32F25076CEE}" srcOrd="6" destOrd="0" presId="urn:microsoft.com/office/officeart/2005/8/layout/orgChart1"/>
    <dgm:cxn modelId="{C94FB9A1-FFFB-B74B-A826-1F890AA179FC}" type="presParOf" srcId="{93979C63-D27B-0744-959D-A35E240D3C54}" destId="{A634C0D5-6F03-A64B-ADA9-C18181E00942}" srcOrd="7" destOrd="0" presId="urn:microsoft.com/office/officeart/2005/8/layout/orgChart1"/>
    <dgm:cxn modelId="{73EC77EE-AEF8-BF43-A3E4-1B9E3BDECFEE}" type="presParOf" srcId="{A634C0D5-6F03-A64B-ADA9-C18181E00942}" destId="{06EB3E80-2278-FD43-A7C5-E81B9959EF19}" srcOrd="0" destOrd="0" presId="urn:microsoft.com/office/officeart/2005/8/layout/orgChart1"/>
    <dgm:cxn modelId="{D9296E49-65FA-0146-BFF3-AC3C8CFB7E0B}" type="presParOf" srcId="{06EB3E80-2278-FD43-A7C5-E81B9959EF19}" destId="{B8FDF131-DD4B-A041-B01C-80FD576B6158}" srcOrd="0" destOrd="0" presId="urn:microsoft.com/office/officeart/2005/8/layout/orgChart1"/>
    <dgm:cxn modelId="{6E1B3DD9-CB30-E24B-A7A6-D2415AD171C1}" type="presParOf" srcId="{06EB3E80-2278-FD43-A7C5-E81B9959EF19}" destId="{05DE09AC-1517-3E47-8011-481CD4751A89}" srcOrd="1" destOrd="0" presId="urn:microsoft.com/office/officeart/2005/8/layout/orgChart1"/>
    <dgm:cxn modelId="{0BA0C806-F070-5945-8C07-FAD2B63CD896}" type="presParOf" srcId="{A634C0D5-6F03-A64B-ADA9-C18181E00942}" destId="{265328D9-F974-4D46-8507-0E1A86E595F8}" srcOrd="1" destOrd="0" presId="urn:microsoft.com/office/officeart/2005/8/layout/orgChart1"/>
    <dgm:cxn modelId="{94B52874-39CC-E340-A0B9-E21457B8AEDA}" type="presParOf" srcId="{A634C0D5-6F03-A64B-ADA9-C18181E00942}" destId="{9F615C9D-B529-9045-9A5D-A7FD4253D428}" srcOrd="2" destOrd="0" presId="urn:microsoft.com/office/officeart/2005/8/layout/orgChart1"/>
    <dgm:cxn modelId="{52EB12AA-58D2-D648-9110-F47C72E14D47}" type="presParOf" srcId="{93979C63-D27B-0744-959D-A35E240D3C54}" destId="{C7ED0B91-EA5C-914F-BFF4-585C84358883}" srcOrd="8" destOrd="0" presId="urn:microsoft.com/office/officeart/2005/8/layout/orgChart1"/>
    <dgm:cxn modelId="{EF4E474F-9D67-0249-8B01-C5EA6A4FE593}" type="presParOf" srcId="{93979C63-D27B-0744-959D-A35E240D3C54}" destId="{D29BBF16-D271-A449-8CAF-FE5BFDB728B8}" srcOrd="9" destOrd="0" presId="urn:microsoft.com/office/officeart/2005/8/layout/orgChart1"/>
    <dgm:cxn modelId="{FF8937D7-FCA0-2C4C-8B94-397244B22BE7}" type="presParOf" srcId="{D29BBF16-D271-A449-8CAF-FE5BFDB728B8}" destId="{AD7544BE-3397-914B-9B35-46540AAFBD20}" srcOrd="0" destOrd="0" presId="urn:microsoft.com/office/officeart/2005/8/layout/orgChart1"/>
    <dgm:cxn modelId="{689092D3-E8AB-B24E-BF87-388B205B8F63}" type="presParOf" srcId="{AD7544BE-3397-914B-9B35-46540AAFBD20}" destId="{8D801C39-A2D2-FF49-B278-48B59A8FF682}" srcOrd="0" destOrd="0" presId="urn:microsoft.com/office/officeart/2005/8/layout/orgChart1"/>
    <dgm:cxn modelId="{2517C56B-7178-264A-AC90-1A8C65E01487}" type="presParOf" srcId="{AD7544BE-3397-914B-9B35-46540AAFBD20}" destId="{D5943A0D-5343-F740-976D-6404C54DB166}" srcOrd="1" destOrd="0" presId="urn:microsoft.com/office/officeart/2005/8/layout/orgChart1"/>
    <dgm:cxn modelId="{F5F4B37C-3E41-C140-B698-CCA926F88352}" type="presParOf" srcId="{D29BBF16-D271-A449-8CAF-FE5BFDB728B8}" destId="{5710385F-F6DF-5349-9B80-487C3798AA2F}" srcOrd="1" destOrd="0" presId="urn:microsoft.com/office/officeart/2005/8/layout/orgChart1"/>
    <dgm:cxn modelId="{7B16E40A-C7BE-9544-95BA-58C5C6687A28}" type="presParOf" srcId="{D29BBF16-D271-A449-8CAF-FE5BFDB728B8}" destId="{B7D3CA67-B21C-7245-8C08-E6133D8989D8}" srcOrd="2" destOrd="0" presId="urn:microsoft.com/office/officeart/2005/8/layout/orgChart1"/>
    <dgm:cxn modelId="{83EB97A2-F928-8E42-A797-42459528CDF0}" type="presParOf" srcId="{93979C63-D27B-0744-959D-A35E240D3C54}" destId="{184D4CED-BB8D-A546-A0EE-820D7FFA939A}" srcOrd="10" destOrd="0" presId="urn:microsoft.com/office/officeart/2005/8/layout/orgChart1"/>
    <dgm:cxn modelId="{FC60D71F-A5C2-BE4F-AD05-6138AD9E99B1}" type="presParOf" srcId="{93979C63-D27B-0744-959D-A35E240D3C54}" destId="{A897F0E8-9812-BB49-A4B3-2BA0CAC4F106}" srcOrd="11" destOrd="0" presId="urn:microsoft.com/office/officeart/2005/8/layout/orgChart1"/>
    <dgm:cxn modelId="{0F49388A-62E5-8F45-AE7F-BCF39FFD3194}" type="presParOf" srcId="{A897F0E8-9812-BB49-A4B3-2BA0CAC4F106}" destId="{DC1E6374-56E2-5845-B7DD-753066347938}" srcOrd="0" destOrd="0" presId="urn:microsoft.com/office/officeart/2005/8/layout/orgChart1"/>
    <dgm:cxn modelId="{988B770B-6D03-9A42-B861-4064471365F7}" type="presParOf" srcId="{DC1E6374-56E2-5845-B7DD-753066347938}" destId="{D7AD1EBE-59E5-5048-BB44-E5298BD29E72}" srcOrd="0" destOrd="0" presId="urn:microsoft.com/office/officeart/2005/8/layout/orgChart1"/>
    <dgm:cxn modelId="{05824914-56AB-9B42-BEE6-FCDA909BABFB}" type="presParOf" srcId="{DC1E6374-56E2-5845-B7DD-753066347938}" destId="{6DF788F5-EB24-584E-9546-44D9FD4F7E89}" srcOrd="1" destOrd="0" presId="urn:microsoft.com/office/officeart/2005/8/layout/orgChart1"/>
    <dgm:cxn modelId="{6DB923D9-CA61-9945-9CD5-6CB069348D7F}" type="presParOf" srcId="{A897F0E8-9812-BB49-A4B3-2BA0CAC4F106}" destId="{0815AEE7-9110-EB49-B6F3-891C8DE3FF6B}" srcOrd="1" destOrd="0" presId="urn:microsoft.com/office/officeart/2005/8/layout/orgChart1"/>
    <dgm:cxn modelId="{90C8C1D5-67B2-0B49-946B-5431DE6AE586}" type="presParOf" srcId="{A897F0E8-9812-BB49-A4B3-2BA0CAC4F106}" destId="{9101DF8B-CC00-D042-987C-9F3161957FF6}" srcOrd="2" destOrd="0" presId="urn:microsoft.com/office/officeart/2005/8/layout/orgChart1"/>
    <dgm:cxn modelId="{742AF07A-410A-0C4D-94D1-7FE261FBD8AB}" type="presParOf" srcId="{0966D764-14C3-7942-831D-017D5E6E1E99}" destId="{4CCD96DD-B77A-5748-B0FE-16D1655516EC}" srcOrd="2" destOrd="0" presId="urn:microsoft.com/office/officeart/2005/8/layout/orgChart1"/>
    <dgm:cxn modelId="{B24FAA93-50D5-284B-B3DA-99BB3B4C7EF4}" type="presParOf" srcId="{2F94D01E-77E4-F34C-9DFF-501493338F48}" destId="{FB73B519-5341-8C41-A16C-DB750153B6EB}" srcOrd="4" destOrd="0" presId="urn:microsoft.com/office/officeart/2005/8/layout/orgChart1"/>
    <dgm:cxn modelId="{826A2CD3-C497-6843-AB32-3055B84F5A5E}" type="presParOf" srcId="{2F94D01E-77E4-F34C-9DFF-501493338F48}" destId="{7460F238-23BF-DE47-9AC5-9853D9A21BBF}" srcOrd="5" destOrd="0" presId="urn:microsoft.com/office/officeart/2005/8/layout/orgChart1"/>
    <dgm:cxn modelId="{F9088D1C-7C91-104D-AFBE-D2BF895D0A4C}" type="presParOf" srcId="{7460F238-23BF-DE47-9AC5-9853D9A21BBF}" destId="{86E39DD2-B1AF-7B4F-9647-F87EDE8449B6}" srcOrd="0" destOrd="0" presId="urn:microsoft.com/office/officeart/2005/8/layout/orgChart1"/>
    <dgm:cxn modelId="{F8E47BC3-CC6C-534D-AE7E-864EE089549F}" type="presParOf" srcId="{86E39DD2-B1AF-7B4F-9647-F87EDE8449B6}" destId="{9B548B30-8B19-854E-805C-72430CF92AC8}" srcOrd="0" destOrd="0" presId="urn:microsoft.com/office/officeart/2005/8/layout/orgChart1"/>
    <dgm:cxn modelId="{B165E16F-D6DE-764B-8214-03B89476C719}" type="presParOf" srcId="{86E39DD2-B1AF-7B4F-9647-F87EDE8449B6}" destId="{90356221-47B6-104A-AD13-30FEC8D9D872}" srcOrd="1" destOrd="0" presId="urn:microsoft.com/office/officeart/2005/8/layout/orgChart1"/>
    <dgm:cxn modelId="{55E44CC2-968F-684A-84D7-D925F48CB6F5}" type="presParOf" srcId="{7460F238-23BF-DE47-9AC5-9853D9A21BBF}" destId="{26F3314F-4462-F046-90BA-95BB20B0823E}" srcOrd="1" destOrd="0" presId="urn:microsoft.com/office/officeart/2005/8/layout/orgChart1"/>
    <dgm:cxn modelId="{1A726F05-E21A-FC43-AD86-078D5C672D15}" type="presParOf" srcId="{26F3314F-4462-F046-90BA-95BB20B0823E}" destId="{743172C3-3363-F54F-9FA3-3950DF47F2B4}" srcOrd="0" destOrd="0" presId="urn:microsoft.com/office/officeart/2005/8/layout/orgChart1"/>
    <dgm:cxn modelId="{4545830D-3BC2-B549-A4FE-F4FF908E9255}" type="presParOf" srcId="{26F3314F-4462-F046-90BA-95BB20B0823E}" destId="{622B0D67-15A5-E243-A850-C65DF55FD773}" srcOrd="1" destOrd="0" presId="urn:microsoft.com/office/officeart/2005/8/layout/orgChart1"/>
    <dgm:cxn modelId="{FCBB9A2F-0025-4B42-805B-EADAB989A62E}" type="presParOf" srcId="{622B0D67-15A5-E243-A850-C65DF55FD773}" destId="{B8201774-E2DA-7642-91F2-6375D188B412}" srcOrd="0" destOrd="0" presId="urn:microsoft.com/office/officeart/2005/8/layout/orgChart1"/>
    <dgm:cxn modelId="{5AB3ED54-9BC4-9D4C-99DA-187263ED0DB6}" type="presParOf" srcId="{B8201774-E2DA-7642-91F2-6375D188B412}" destId="{2A289A3D-8DE1-004D-9E92-FA08A37AE63D}" srcOrd="0" destOrd="0" presId="urn:microsoft.com/office/officeart/2005/8/layout/orgChart1"/>
    <dgm:cxn modelId="{51817D37-4938-1246-8B4F-FC094D5208E9}" type="presParOf" srcId="{B8201774-E2DA-7642-91F2-6375D188B412}" destId="{4FAF10BB-4810-2E44-9F56-CEFC4734CFB5}" srcOrd="1" destOrd="0" presId="urn:microsoft.com/office/officeart/2005/8/layout/orgChart1"/>
    <dgm:cxn modelId="{BA085AF2-16A0-3D4B-9B70-1B1EAEC44F47}" type="presParOf" srcId="{622B0D67-15A5-E243-A850-C65DF55FD773}" destId="{26D1800C-628A-1144-8328-0AA174230E68}" srcOrd="1" destOrd="0" presId="urn:microsoft.com/office/officeart/2005/8/layout/orgChart1"/>
    <dgm:cxn modelId="{1ECD3D0D-D6B7-644B-AD6E-B142AB15C162}" type="presParOf" srcId="{622B0D67-15A5-E243-A850-C65DF55FD773}" destId="{D398CFC9-8AD6-4647-999B-79B22ABCF351}" srcOrd="2" destOrd="0" presId="urn:microsoft.com/office/officeart/2005/8/layout/orgChart1"/>
    <dgm:cxn modelId="{E3B2714E-C0E5-0742-81F8-9726B2264DF1}" type="presParOf" srcId="{26F3314F-4462-F046-90BA-95BB20B0823E}" destId="{B9F063A2-72B0-7344-9CBA-40794A7EC370}" srcOrd="2" destOrd="0" presId="urn:microsoft.com/office/officeart/2005/8/layout/orgChart1"/>
    <dgm:cxn modelId="{1991871C-1F21-4649-8BA5-687863A7898D}" type="presParOf" srcId="{26F3314F-4462-F046-90BA-95BB20B0823E}" destId="{A192B167-D667-DF45-98E0-6E5BA7EEF1FC}" srcOrd="3" destOrd="0" presId="urn:microsoft.com/office/officeart/2005/8/layout/orgChart1"/>
    <dgm:cxn modelId="{442E6235-1FB2-4A46-8C56-0906CDA994B1}" type="presParOf" srcId="{A192B167-D667-DF45-98E0-6E5BA7EEF1FC}" destId="{F10C08F4-C3FD-2A4A-ADAD-A4CC59A5DF7E}" srcOrd="0" destOrd="0" presId="urn:microsoft.com/office/officeart/2005/8/layout/orgChart1"/>
    <dgm:cxn modelId="{67782395-95F0-0946-B368-0A2E957905B1}" type="presParOf" srcId="{F10C08F4-C3FD-2A4A-ADAD-A4CC59A5DF7E}" destId="{2BC2E83E-9DC0-804A-BFC3-51BC6986B490}" srcOrd="0" destOrd="0" presId="urn:microsoft.com/office/officeart/2005/8/layout/orgChart1"/>
    <dgm:cxn modelId="{55234652-EAAB-1440-B786-906C295EB1F6}" type="presParOf" srcId="{F10C08F4-C3FD-2A4A-ADAD-A4CC59A5DF7E}" destId="{A99A09A5-2725-AF4D-BFDE-6965B350D0FB}" srcOrd="1" destOrd="0" presId="urn:microsoft.com/office/officeart/2005/8/layout/orgChart1"/>
    <dgm:cxn modelId="{9851F2A3-A9F6-044E-96CC-7661AAA622F0}" type="presParOf" srcId="{A192B167-D667-DF45-98E0-6E5BA7EEF1FC}" destId="{6454F000-E789-1749-8C31-213C072D7AB6}" srcOrd="1" destOrd="0" presId="urn:microsoft.com/office/officeart/2005/8/layout/orgChart1"/>
    <dgm:cxn modelId="{89AE7977-2E20-1D42-BEF4-83A53F6B8929}" type="presParOf" srcId="{A192B167-D667-DF45-98E0-6E5BA7EEF1FC}" destId="{43B58612-DB14-954D-93EA-74F447794720}" srcOrd="2" destOrd="0" presId="urn:microsoft.com/office/officeart/2005/8/layout/orgChart1"/>
    <dgm:cxn modelId="{878B3BF8-2F51-9643-9C4B-97933F2AFB08}" type="presParOf" srcId="{7460F238-23BF-DE47-9AC5-9853D9A21BBF}" destId="{C0A6F397-145F-6248-9382-8C387287696D}" srcOrd="2" destOrd="0" presId="urn:microsoft.com/office/officeart/2005/8/layout/orgChart1"/>
    <dgm:cxn modelId="{4458DCA7-CD93-C845-9C4E-0FAA7555DEA6}" type="presParOf" srcId="{2F94D01E-77E4-F34C-9DFF-501493338F48}" destId="{6C822C9E-835E-5645-AF5D-7834466D4748}" srcOrd="6" destOrd="0" presId="urn:microsoft.com/office/officeart/2005/8/layout/orgChart1"/>
    <dgm:cxn modelId="{D1D80F15-C520-8B40-B137-46C0E89ACA5C}" type="presParOf" srcId="{2F94D01E-77E4-F34C-9DFF-501493338F48}" destId="{A11D60BE-D709-7D46-9CC9-0FAAFA76395C}" srcOrd="7" destOrd="0" presId="urn:microsoft.com/office/officeart/2005/8/layout/orgChart1"/>
    <dgm:cxn modelId="{5C1AC487-5F98-BB4C-9964-3D6C790C3B9E}" type="presParOf" srcId="{A11D60BE-D709-7D46-9CC9-0FAAFA76395C}" destId="{6A66F812-0EE5-6E4E-BA54-E3E0E051D1CE}" srcOrd="0" destOrd="0" presId="urn:microsoft.com/office/officeart/2005/8/layout/orgChart1"/>
    <dgm:cxn modelId="{15D09167-958F-0F46-8F0B-9B7247AB8135}" type="presParOf" srcId="{6A66F812-0EE5-6E4E-BA54-E3E0E051D1CE}" destId="{9ABB7012-2C3A-1F45-A584-55AC9607BB7D}" srcOrd="0" destOrd="0" presId="urn:microsoft.com/office/officeart/2005/8/layout/orgChart1"/>
    <dgm:cxn modelId="{304F3F85-2CB0-5B47-85BC-C37231E17FEA}" type="presParOf" srcId="{6A66F812-0EE5-6E4E-BA54-E3E0E051D1CE}" destId="{B6487BCC-6F97-2843-9712-E2CC5D7D8649}" srcOrd="1" destOrd="0" presId="urn:microsoft.com/office/officeart/2005/8/layout/orgChart1"/>
    <dgm:cxn modelId="{BB2884A6-FA2D-0940-901A-44809F0A62C6}" type="presParOf" srcId="{A11D60BE-D709-7D46-9CC9-0FAAFA76395C}" destId="{C221ABC6-CDB1-804B-BCE5-1D29AFD0F171}" srcOrd="1" destOrd="0" presId="urn:microsoft.com/office/officeart/2005/8/layout/orgChart1"/>
    <dgm:cxn modelId="{83D946B3-6071-1148-9E0E-4C56DC667EB7}" type="presParOf" srcId="{C221ABC6-CDB1-804B-BCE5-1D29AFD0F171}" destId="{903B2477-238B-1D43-B313-1634EC18F9C2}" srcOrd="0" destOrd="0" presId="urn:microsoft.com/office/officeart/2005/8/layout/orgChart1"/>
    <dgm:cxn modelId="{6CAFACF6-3AB8-C447-9540-8B63511810AF}" type="presParOf" srcId="{C221ABC6-CDB1-804B-BCE5-1D29AFD0F171}" destId="{3196B345-35DD-9F40-A789-838AB7ACA9B1}" srcOrd="1" destOrd="0" presId="urn:microsoft.com/office/officeart/2005/8/layout/orgChart1"/>
    <dgm:cxn modelId="{4ADCAB90-C402-4E49-93F9-C17EF133E36A}" type="presParOf" srcId="{3196B345-35DD-9F40-A789-838AB7ACA9B1}" destId="{F8776890-FE1F-B942-990D-FF76B6AF43F6}" srcOrd="0" destOrd="0" presId="urn:microsoft.com/office/officeart/2005/8/layout/orgChart1"/>
    <dgm:cxn modelId="{3464F68A-92E7-2348-B9E7-03B83014C7CE}" type="presParOf" srcId="{F8776890-FE1F-B942-990D-FF76B6AF43F6}" destId="{D1529639-8CAA-7C44-8C7C-9AE13CA132E1}" srcOrd="0" destOrd="0" presId="urn:microsoft.com/office/officeart/2005/8/layout/orgChart1"/>
    <dgm:cxn modelId="{B7F1A05E-57F1-1A45-AC0C-CC83A863C568}" type="presParOf" srcId="{F8776890-FE1F-B942-990D-FF76B6AF43F6}" destId="{920085A5-CDB3-CD4C-93B8-9CD84E43832E}" srcOrd="1" destOrd="0" presId="urn:microsoft.com/office/officeart/2005/8/layout/orgChart1"/>
    <dgm:cxn modelId="{3F82B244-BE37-1643-A32C-D4F9086C9743}" type="presParOf" srcId="{3196B345-35DD-9F40-A789-838AB7ACA9B1}" destId="{2196E5D4-1E1F-5641-B9EF-EB8CF5D88D99}" srcOrd="1" destOrd="0" presId="urn:microsoft.com/office/officeart/2005/8/layout/orgChart1"/>
    <dgm:cxn modelId="{06C04882-CF71-8942-AB61-2A43319F33AD}" type="presParOf" srcId="{3196B345-35DD-9F40-A789-838AB7ACA9B1}" destId="{BC55D468-405C-8D41-A757-BD5CBDBEB9AF}" srcOrd="2" destOrd="0" presId="urn:microsoft.com/office/officeart/2005/8/layout/orgChart1"/>
    <dgm:cxn modelId="{AD631043-BA14-6E40-97C9-9CE475B66A1C}" type="presParOf" srcId="{A11D60BE-D709-7D46-9CC9-0FAAFA76395C}" destId="{26C2D325-22A3-CF4E-B37E-A847CF815492}" srcOrd="2" destOrd="0" presId="urn:microsoft.com/office/officeart/2005/8/layout/orgChart1"/>
    <dgm:cxn modelId="{5D0A6CA1-BCA6-AF45-8D25-44C694E09963}" type="presParOf" srcId="{2F94D01E-77E4-F34C-9DFF-501493338F48}" destId="{B1888EB6-C358-EC45-A0AC-AE52079124F3}" srcOrd="8" destOrd="0" presId="urn:microsoft.com/office/officeart/2005/8/layout/orgChart1"/>
    <dgm:cxn modelId="{A44FE593-7DBE-7D41-908E-10865255BE96}" type="presParOf" srcId="{2F94D01E-77E4-F34C-9DFF-501493338F48}" destId="{A2A7D591-CE2D-8147-9417-18F65058B7DD}" srcOrd="9" destOrd="0" presId="urn:microsoft.com/office/officeart/2005/8/layout/orgChart1"/>
    <dgm:cxn modelId="{CA35EE79-0189-0B44-9D8D-A2FD0B45B170}" type="presParOf" srcId="{A2A7D591-CE2D-8147-9417-18F65058B7DD}" destId="{F84796B4-12BB-0849-97BB-4BA4DAC667AD}" srcOrd="0" destOrd="0" presId="urn:microsoft.com/office/officeart/2005/8/layout/orgChart1"/>
    <dgm:cxn modelId="{B572397A-109D-9B43-86FA-C628D10BBF74}" type="presParOf" srcId="{F84796B4-12BB-0849-97BB-4BA4DAC667AD}" destId="{28E97897-196F-3947-858F-5EC95C36F56A}" srcOrd="0" destOrd="0" presId="urn:microsoft.com/office/officeart/2005/8/layout/orgChart1"/>
    <dgm:cxn modelId="{DE004080-F9E6-6842-B462-CE15DA08D319}" type="presParOf" srcId="{F84796B4-12BB-0849-97BB-4BA4DAC667AD}" destId="{01181A57-6134-B342-A7EF-518128A06C63}" srcOrd="1" destOrd="0" presId="urn:microsoft.com/office/officeart/2005/8/layout/orgChart1"/>
    <dgm:cxn modelId="{1E3602BC-5BBA-9A44-89C3-5B62F0E648DC}" type="presParOf" srcId="{A2A7D591-CE2D-8147-9417-18F65058B7DD}" destId="{CDF2C94F-516E-E944-99F3-74A11B7AA3E2}" srcOrd="1" destOrd="0" presId="urn:microsoft.com/office/officeart/2005/8/layout/orgChart1"/>
    <dgm:cxn modelId="{B660ED40-7EBB-F54B-800C-D8782DA20731}" type="presParOf" srcId="{CDF2C94F-516E-E944-99F3-74A11B7AA3E2}" destId="{3943AF29-B46A-4047-B9B9-3EF4F944E44A}" srcOrd="0" destOrd="0" presId="urn:microsoft.com/office/officeart/2005/8/layout/orgChart1"/>
    <dgm:cxn modelId="{8DFA503B-8136-1241-BF39-15AF394F1CF8}" type="presParOf" srcId="{CDF2C94F-516E-E944-99F3-74A11B7AA3E2}" destId="{0B2EC424-9A4C-A44C-881D-4DEE336BEA08}" srcOrd="1" destOrd="0" presId="urn:microsoft.com/office/officeart/2005/8/layout/orgChart1"/>
    <dgm:cxn modelId="{FC7CE888-1519-9B40-9E6F-C767EF0977B4}" type="presParOf" srcId="{0B2EC424-9A4C-A44C-881D-4DEE336BEA08}" destId="{5A80C301-C69F-5B4C-A691-60A7EB42C55B}" srcOrd="0" destOrd="0" presId="urn:microsoft.com/office/officeart/2005/8/layout/orgChart1"/>
    <dgm:cxn modelId="{9E208213-FB72-1F4B-B15C-3E0F894F4778}" type="presParOf" srcId="{5A80C301-C69F-5B4C-A691-60A7EB42C55B}" destId="{BC97A0F7-4AFF-6845-B01D-AD73CFDAF169}" srcOrd="0" destOrd="0" presId="urn:microsoft.com/office/officeart/2005/8/layout/orgChart1"/>
    <dgm:cxn modelId="{C900ED42-6CB7-7E41-A21B-4741C822B99F}" type="presParOf" srcId="{5A80C301-C69F-5B4C-A691-60A7EB42C55B}" destId="{D11C61C4-6F26-6542-BE30-172D6934BAB1}" srcOrd="1" destOrd="0" presId="urn:microsoft.com/office/officeart/2005/8/layout/orgChart1"/>
    <dgm:cxn modelId="{3F610508-B29B-D54D-9BC1-C2DB5439D901}" type="presParOf" srcId="{0B2EC424-9A4C-A44C-881D-4DEE336BEA08}" destId="{24589BB6-57AA-2B46-BA8D-FB021E342622}" srcOrd="1" destOrd="0" presId="urn:microsoft.com/office/officeart/2005/8/layout/orgChart1"/>
    <dgm:cxn modelId="{ACA51BD0-865A-9249-89C9-8F1591EB5BF9}" type="presParOf" srcId="{0B2EC424-9A4C-A44C-881D-4DEE336BEA08}" destId="{26EE8828-26C7-E545-9321-B412794EFA13}" srcOrd="2" destOrd="0" presId="urn:microsoft.com/office/officeart/2005/8/layout/orgChart1"/>
    <dgm:cxn modelId="{168A27F1-E05D-8A45-9BDC-281F6E2F3A8E}" type="presParOf" srcId="{CDF2C94F-516E-E944-99F3-74A11B7AA3E2}" destId="{EB71D216-C7A6-C14B-8F9B-AA7DAA5C30DC}" srcOrd="2" destOrd="0" presId="urn:microsoft.com/office/officeart/2005/8/layout/orgChart1"/>
    <dgm:cxn modelId="{9461FADD-79C5-BC46-91D7-8FD051F2FCA5}" type="presParOf" srcId="{CDF2C94F-516E-E944-99F3-74A11B7AA3E2}" destId="{A3B77D9C-D1CF-4245-9D6E-B74AFDB6D931}" srcOrd="3" destOrd="0" presId="urn:microsoft.com/office/officeart/2005/8/layout/orgChart1"/>
    <dgm:cxn modelId="{76F0DDE6-A07D-C344-8B25-B1653DEB6996}" type="presParOf" srcId="{A3B77D9C-D1CF-4245-9D6E-B74AFDB6D931}" destId="{179A4E57-AB78-CC42-B6B6-7139DA100CA9}" srcOrd="0" destOrd="0" presId="urn:microsoft.com/office/officeart/2005/8/layout/orgChart1"/>
    <dgm:cxn modelId="{B39117C6-D68E-C94D-99E3-8D1A577FC7C2}" type="presParOf" srcId="{179A4E57-AB78-CC42-B6B6-7139DA100CA9}" destId="{E1A29162-EB4F-1349-817B-885DC090AEB8}" srcOrd="0" destOrd="0" presId="urn:microsoft.com/office/officeart/2005/8/layout/orgChart1"/>
    <dgm:cxn modelId="{6970A034-F6A5-914B-92AC-38FBF71818DA}" type="presParOf" srcId="{179A4E57-AB78-CC42-B6B6-7139DA100CA9}" destId="{66CD9BBF-F116-984F-BBA3-25870F1912DE}" srcOrd="1" destOrd="0" presId="urn:microsoft.com/office/officeart/2005/8/layout/orgChart1"/>
    <dgm:cxn modelId="{75D40780-41A3-7643-9789-FACC4DED0046}" type="presParOf" srcId="{A3B77D9C-D1CF-4245-9D6E-B74AFDB6D931}" destId="{800BF359-F600-774F-BB0D-84A17ED6852E}" srcOrd="1" destOrd="0" presId="urn:microsoft.com/office/officeart/2005/8/layout/orgChart1"/>
    <dgm:cxn modelId="{40457959-AD91-714C-AE42-0280C43BE22B}" type="presParOf" srcId="{A3B77D9C-D1CF-4245-9D6E-B74AFDB6D931}" destId="{6727EADB-11AA-5F45-99B5-D12B9CCE7A7E}" srcOrd="2" destOrd="0" presId="urn:microsoft.com/office/officeart/2005/8/layout/orgChart1"/>
    <dgm:cxn modelId="{0FF35994-0CC8-0443-96DB-ADE2E283E3C0}" type="presParOf" srcId="{A2A7D591-CE2D-8147-9417-18F65058B7DD}" destId="{15A7A9BE-C28F-E743-A5CB-F879F4D346DB}" srcOrd="2" destOrd="0" presId="urn:microsoft.com/office/officeart/2005/8/layout/orgChart1"/>
    <dgm:cxn modelId="{33B3BC6D-50D2-ED4C-A93F-816714B9CEF7}" type="presParOf" srcId="{2F94D01E-77E4-F34C-9DFF-501493338F48}" destId="{80992910-58D5-754F-A584-69DE90215F18}" srcOrd="10" destOrd="0" presId="urn:microsoft.com/office/officeart/2005/8/layout/orgChart1"/>
    <dgm:cxn modelId="{55B5A96D-95FD-AB44-894C-099E6BD0E137}" type="presParOf" srcId="{2F94D01E-77E4-F34C-9DFF-501493338F48}" destId="{2CA3EA63-D331-6C45-93FC-87480D487147}" srcOrd="11" destOrd="0" presId="urn:microsoft.com/office/officeart/2005/8/layout/orgChart1"/>
    <dgm:cxn modelId="{A6131FF8-A826-9C43-8147-53C6A6782188}" type="presParOf" srcId="{2CA3EA63-D331-6C45-93FC-87480D487147}" destId="{500BF5B7-6822-9948-A81F-86990A607E6F}" srcOrd="0" destOrd="0" presId="urn:microsoft.com/office/officeart/2005/8/layout/orgChart1"/>
    <dgm:cxn modelId="{A8F31396-89E6-024C-AEC0-9074ACD3739B}" type="presParOf" srcId="{500BF5B7-6822-9948-A81F-86990A607E6F}" destId="{FAA7757E-3C56-E542-8B4B-132D8A6882AD}" srcOrd="0" destOrd="0" presId="urn:microsoft.com/office/officeart/2005/8/layout/orgChart1"/>
    <dgm:cxn modelId="{BC212EEE-4021-7246-B642-1098F6CCF7BC}" type="presParOf" srcId="{500BF5B7-6822-9948-A81F-86990A607E6F}" destId="{CEED83AC-5839-2F41-905D-99E50E9BED9E}" srcOrd="1" destOrd="0" presId="urn:microsoft.com/office/officeart/2005/8/layout/orgChart1"/>
    <dgm:cxn modelId="{0FEFA00A-2F8F-694E-A22C-65EF2BCD321C}" type="presParOf" srcId="{2CA3EA63-D331-6C45-93FC-87480D487147}" destId="{F322A5B5-5ACB-3A4F-A0E0-46472DCB1FC4}" srcOrd="1" destOrd="0" presId="urn:microsoft.com/office/officeart/2005/8/layout/orgChart1"/>
    <dgm:cxn modelId="{8CCBA25F-1F27-2346-A29B-8C6FC1E0F058}" type="presParOf" srcId="{F322A5B5-5ACB-3A4F-A0E0-46472DCB1FC4}" destId="{AA833209-0935-424D-89A9-5F02A5E8D1E2}" srcOrd="0" destOrd="0" presId="urn:microsoft.com/office/officeart/2005/8/layout/orgChart1"/>
    <dgm:cxn modelId="{64F31561-8496-E84E-8322-61A41FFC43B4}" type="presParOf" srcId="{F322A5B5-5ACB-3A4F-A0E0-46472DCB1FC4}" destId="{87FC9E49-65E4-A746-BBE9-E93DBAFC7E07}" srcOrd="1" destOrd="0" presId="urn:microsoft.com/office/officeart/2005/8/layout/orgChart1"/>
    <dgm:cxn modelId="{C44729D3-C4D3-3A47-8310-1BAC2D716FAC}" type="presParOf" srcId="{87FC9E49-65E4-A746-BBE9-E93DBAFC7E07}" destId="{7C737E90-5782-9248-8BCE-F77D904F75E3}" srcOrd="0" destOrd="0" presId="urn:microsoft.com/office/officeart/2005/8/layout/orgChart1"/>
    <dgm:cxn modelId="{B01B8C73-6341-B144-B653-47C9CB0A876D}" type="presParOf" srcId="{7C737E90-5782-9248-8BCE-F77D904F75E3}" destId="{E4865507-F47C-3140-8802-1B10D03221D0}" srcOrd="0" destOrd="0" presId="urn:microsoft.com/office/officeart/2005/8/layout/orgChart1"/>
    <dgm:cxn modelId="{5BFA0C64-F74D-0144-B09F-241E2BC509AA}" type="presParOf" srcId="{7C737E90-5782-9248-8BCE-F77D904F75E3}" destId="{1C8B56FD-D2D3-0743-8162-DDF942CA4351}" srcOrd="1" destOrd="0" presId="urn:microsoft.com/office/officeart/2005/8/layout/orgChart1"/>
    <dgm:cxn modelId="{F1EB6439-D35E-3F4E-8B03-3AB4FB915047}" type="presParOf" srcId="{87FC9E49-65E4-A746-BBE9-E93DBAFC7E07}" destId="{F3B05E52-0564-AE49-BF64-FAB713072392}" srcOrd="1" destOrd="0" presId="urn:microsoft.com/office/officeart/2005/8/layout/orgChart1"/>
    <dgm:cxn modelId="{5C9D6BB2-6F73-C949-9CE9-F44BFE14496E}" type="presParOf" srcId="{87FC9E49-65E4-A746-BBE9-E93DBAFC7E07}" destId="{9E0EAF9D-B964-3D44-B737-17216C832C9E}" srcOrd="2" destOrd="0" presId="urn:microsoft.com/office/officeart/2005/8/layout/orgChart1"/>
    <dgm:cxn modelId="{FF41FEB5-35D9-7B47-954C-DA2E2ADEF815}" type="presParOf" srcId="{F322A5B5-5ACB-3A4F-A0E0-46472DCB1FC4}" destId="{01642454-5ED4-1C44-BCBB-1187FA8ACAEF}" srcOrd="2" destOrd="0" presId="urn:microsoft.com/office/officeart/2005/8/layout/orgChart1"/>
    <dgm:cxn modelId="{9B5C35E5-738B-0546-9BCC-83E2793B6905}" type="presParOf" srcId="{F322A5B5-5ACB-3A4F-A0E0-46472DCB1FC4}" destId="{62D37DC5-6636-484F-B129-46FED8F814C2}" srcOrd="3" destOrd="0" presId="urn:microsoft.com/office/officeart/2005/8/layout/orgChart1"/>
    <dgm:cxn modelId="{0FDC07A6-3906-4943-BECE-6648D18EAD5A}" type="presParOf" srcId="{62D37DC5-6636-484F-B129-46FED8F814C2}" destId="{0B551A9A-8872-9A40-B2F0-D77F8A65A1B2}" srcOrd="0" destOrd="0" presId="urn:microsoft.com/office/officeart/2005/8/layout/orgChart1"/>
    <dgm:cxn modelId="{B3761B44-3A85-A94A-AE12-068C8ABC45ED}" type="presParOf" srcId="{0B551A9A-8872-9A40-B2F0-D77F8A65A1B2}" destId="{81828ADA-BB3F-C245-8976-C4C60D929515}" srcOrd="0" destOrd="0" presId="urn:microsoft.com/office/officeart/2005/8/layout/orgChart1"/>
    <dgm:cxn modelId="{11693105-9ABC-BC4E-B77F-009510D03327}" type="presParOf" srcId="{0B551A9A-8872-9A40-B2F0-D77F8A65A1B2}" destId="{B1E195A5-937A-0A4D-8492-66CA572CEC29}" srcOrd="1" destOrd="0" presId="urn:microsoft.com/office/officeart/2005/8/layout/orgChart1"/>
    <dgm:cxn modelId="{2B71BC9D-1D47-D849-A2DA-D047FC07D136}" type="presParOf" srcId="{62D37DC5-6636-484F-B129-46FED8F814C2}" destId="{EC428D7C-9293-134A-9CB4-FE676184B519}" srcOrd="1" destOrd="0" presId="urn:microsoft.com/office/officeart/2005/8/layout/orgChart1"/>
    <dgm:cxn modelId="{53C157AC-FE4C-014B-8C5F-B642973FF5D1}" type="presParOf" srcId="{62D37DC5-6636-484F-B129-46FED8F814C2}" destId="{161B5183-FC1E-7545-8D7A-25568B046D89}" srcOrd="2" destOrd="0" presId="urn:microsoft.com/office/officeart/2005/8/layout/orgChart1"/>
    <dgm:cxn modelId="{5298E855-AAC7-4848-9364-B0B2253398F4}" type="presParOf" srcId="{F322A5B5-5ACB-3A4F-A0E0-46472DCB1FC4}" destId="{CB3B60F6-0A96-104E-BCC5-7FA7D844A77F}" srcOrd="4" destOrd="0" presId="urn:microsoft.com/office/officeart/2005/8/layout/orgChart1"/>
    <dgm:cxn modelId="{400FA79D-5DFC-D848-AD2F-5817FF9240F3}" type="presParOf" srcId="{F322A5B5-5ACB-3A4F-A0E0-46472DCB1FC4}" destId="{2973FB12-7C06-934F-999B-920341E4050E}" srcOrd="5" destOrd="0" presId="urn:microsoft.com/office/officeart/2005/8/layout/orgChart1"/>
    <dgm:cxn modelId="{20D0DAE9-F720-4A4A-8DFA-24DE1A7F51D7}" type="presParOf" srcId="{2973FB12-7C06-934F-999B-920341E4050E}" destId="{DA4C833B-2451-CE43-B05D-DFB90460998B}" srcOrd="0" destOrd="0" presId="urn:microsoft.com/office/officeart/2005/8/layout/orgChart1"/>
    <dgm:cxn modelId="{275A1A48-D772-E542-BA28-C4929480DB2A}" type="presParOf" srcId="{DA4C833B-2451-CE43-B05D-DFB90460998B}" destId="{1EBC8C54-5FBA-534D-AFCF-C82BDFAF3870}" srcOrd="0" destOrd="0" presId="urn:microsoft.com/office/officeart/2005/8/layout/orgChart1"/>
    <dgm:cxn modelId="{0A6FB3BE-4E11-B047-8492-EF226B0D3B70}" type="presParOf" srcId="{DA4C833B-2451-CE43-B05D-DFB90460998B}" destId="{022E7FD9-2364-EB47-A0D7-BDA6FC31D89E}" srcOrd="1" destOrd="0" presId="urn:microsoft.com/office/officeart/2005/8/layout/orgChart1"/>
    <dgm:cxn modelId="{EB698EFF-C3B5-4240-BE83-4995E77215B9}" type="presParOf" srcId="{2973FB12-7C06-934F-999B-920341E4050E}" destId="{52F3BCB7-5EDD-D449-AE1D-9AFB0712C926}" srcOrd="1" destOrd="0" presId="urn:microsoft.com/office/officeart/2005/8/layout/orgChart1"/>
    <dgm:cxn modelId="{DAD4E429-52DF-2D47-8244-69C7B085D268}" type="presParOf" srcId="{2973FB12-7C06-934F-999B-920341E4050E}" destId="{A9408E55-B015-B047-9253-25AFA8D94C07}" srcOrd="2" destOrd="0" presId="urn:microsoft.com/office/officeart/2005/8/layout/orgChart1"/>
    <dgm:cxn modelId="{E10D012D-7297-0C48-9D2F-9AEA5690D5BE}" type="presParOf" srcId="{2CA3EA63-D331-6C45-93FC-87480D487147}" destId="{F5ECEB64-ACB7-4D43-B00A-6C326296DEAA}" srcOrd="2" destOrd="0" presId="urn:microsoft.com/office/officeart/2005/8/layout/orgChart1"/>
    <dgm:cxn modelId="{2830A92D-9525-F34F-8840-39CDF725D6F4}" type="presParOf" srcId="{2F94D01E-77E4-F34C-9DFF-501493338F48}" destId="{F462FB0B-560E-C144-BEDD-519E87D60235}" srcOrd="12" destOrd="0" presId="urn:microsoft.com/office/officeart/2005/8/layout/orgChart1"/>
    <dgm:cxn modelId="{64D56BED-71C4-044A-828D-477C8BE973AB}" type="presParOf" srcId="{2F94D01E-77E4-F34C-9DFF-501493338F48}" destId="{73D39897-1329-044E-98B7-24F24D21C27C}" srcOrd="13" destOrd="0" presId="urn:microsoft.com/office/officeart/2005/8/layout/orgChart1"/>
    <dgm:cxn modelId="{BE372DDA-3D46-3340-8DDE-A3F7AABC8EB4}" type="presParOf" srcId="{73D39897-1329-044E-98B7-24F24D21C27C}" destId="{99855709-08D8-BB41-9C21-2840E998D924}" srcOrd="0" destOrd="0" presId="urn:microsoft.com/office/officeart/2005/8/layout/orgChart1"/>
    <dgm:cxn modelId="{BB3E4CBB-5D81-4F47-9231-5E8738C346EA}" type="presParOf" srcId="{99855709-08D8-BB41-9C21-2840E998D924}" destId="{39F14121-2ABA-DE43-AA68-BA3EC91BAD84}" srcOrd="0" destOrd="0" presId="urn:microsoft.com/office/officeart/2005/8/layout/orgChart1"/>
    <dgm:cxn modelId="{1CBD3380-A137-A047-860C-52EAB69C77E5}" type="presParOf" srcId="{99855709-08D8-BB41-9C21-2840E998D924}" destId="{EEF3F88C-42A1-8442-ACB6-44B2C18D4000}" srcOrd="1" destOrd="0" presId="urn:microsoft.com/office/officeart/2005/8/layout/orgChart1"/>
    <dgm:cxn modelId="{8A4D0573-3FCF-5E4E-9D0F-52B9BA49B60D}" type="presParOf" srcId="{73D39897-1329-044E-98B7-24F24D21C27C}" destId="{AD0873AC-92DA-244A-A577-BFD672F572E5}" srcOrd="1" destOrd="0" presId="urn:microsoft.com/office/officeart/2005/8/layout/orgChart1"/>
    <dgm:cxn modelId="{9FEAAF72-DCE9-554E-95A1-A3D515D4EA86}" type="presParOf" srcId="{AD0873AC-92DA-244A-A577-BFD672F572E5}" destId="{CB776E33-DDFC-E446-A87C-AA58DB26575C}" srcOrd="0" destOrd="0" presId="urn:microsoft.com/office/officeart/2005/8/layout/orgChart1"/>
    <dgm:cxn modelId="{7838700B-060C-A94D-A543-5DE993A65F6C}" type="presParOf" srcId="{AD0873AC-92DA-244A-A577-BFD672F572E5}" destId="{4646489E-1524-5E45-B924-12F57636B678}" srcOrd="1" destOrd="0" presId="urn:microsoft.com/office/officeart/2005/8/layout/orgChart1"/>
    <dgm:cxn modelId="{C2A6FA16-63BF-4C4E-A7BD-5480B99144BF}" type="presParOf" srcId="{4646489E-1524-5E45-B924-12F57636B678}" destId="{B9F58B0D-F681-CB48-865A-C837C51DDB43}" srcOrd="0" destOrd="0" presId="urn:microsoft.com/office/officeart/2005/8/layout/orgChart1"/>
    <dgm:cxn modelId="{1121364B-82EC-AC46-B518-995F53AD10C4}" type="presParOf" srcId="{B9F58B0D-F681-CB48-865A-C837C51DDB43}" destId="{87149FAA-9019-E840-A6AA-5C306766E4FC}" srcOrd="0" destOrd="0" presId="urn:microsoft.com/office/officeart/2005/8/layout/orgChart1"/>
    <dgm:cxn modelId="{955F8813-A2C1-7943-B131-C14B59E8B3F3}" type="presParOf" srcId="{B9F58B0D-F681-CB48-865A-C837C51DDB43}" destId="{569AD265-6C50-EB49-B50D-56CA319559D0}" srcOrd="1" destOrd="0" presId="urn:microsoft.com/office/officeart/2005/8/layout/orgChart1"/>
    <dgm:cxn modelId="{56F305D5-DFDD-8440-A701-C6A049B666DE}" type="presParOf" srcId="{4646489E-1524-5E45-B924-12F57636B678}" destId="{03F38E5A-FB2A-E543-A1E3-B37C59F47372}" srcOrd="1" destOrd="0" presId="urn:microsoft.com/office/officeart/2005/8/layout/orgChart1"/>
    <dgm:cxn modelId="{74616C76-C4C2-A34E-8F64-3202228F3F32}" type="presParOf" srcId="{4646489E-1524-5E45-B924-12F57636B678}" destId="{A07F7A51-2707-CE4D-89D3-FA79AF75959D}" srcOrd="2" destOrd="0" presId="urn:microsoft.com/office/officeart/2005/8/layout/orgChart1"/>
    <dgm:cxn modelId="{24A5D2C4-1E19-9846-8C92-FA5CEE37DABB}" type="presParOf" srcId="{AD0873AC-92DA-244A-A577-BFD672F572E5}" destId="{70339C03-306A-9945-8937-6B41C2B23CEF}" srcOrd="2" destOrd="0" presId="urn:microsoft.com/office/officeart/2005/8/layout/orgChart1"/>
    <dgm:cxn modelId="{B3E3F355-8C47-6B4D-A4CA-F70DB5215CFF}" type="presParOf" srcId="{AD0873AC-92DA-244A-A577-BFD672F572E5}" destId="{0EE0CEF5-6B0F-3947-BC7B-37C9E6C8A595}" srcOrd="3" destOrd="0" presId="urn:microsoft.com/office/officeart/2005/8/layout/orgChart1"/>
    <dgm:cxn modelId="{745451C1-A459-A046-B68D-28C0485DA7BE}" type="presParOf" srcId="{0EE0CEF5-6B0F-3947-BC7B-37C9E6C8A595}" destId="{148847E5-435E-4041-B7E4-3F7BE3557FA8}" srcOrd="0" destOrd="0" presId="urn:microsoft.com/office/officeart/2005/8/layout/orgChart1"/>
    <dgm:cxn modelId="{C45E4DCF-2A6A-8E48-8750-14A5A0AC1474}" type="presParOf" srcId="{148847E5-435E-4041-B7E4-3F7BE3557FA8}" destId="{4BF2A3BD-D34A-0D41-9731-6663825E4C85}" srcOrd="0" destOrd="0" presId="urn:microsoft.com/office/officeart/2005/8/layout/orgChart1"/>
    <dgm:cxn modelId="{8EF4CB11-48A9-6544-AC5F-9E539A787E8D}" type="presParOf" srcId="{148847E5-435E-4041-B7E4-3F7BE3557FA8}" destId="{54180EF7-B27E-3C4E-B57F-B4DC6458E9A1}" srcOrd="1" destOrd="0" presId="urn:microsoft.com/office/officeart/2005/8/layout/orgChart1"/>
    <dgm:cxn modelId="{2FEFE8DC-9F8D-1C4C-9DD0-78C95F1FC942}" type="presParOf" srcId="{0EE0CEF5-6B0F-3947-BC7B-37C9E6C8A595}" destId="{F7D03831-8B6C-C442-B33F-C339CD836853}" srcOrd="1" destOrd="0" presId="urn:microsoft.com/office/officeart/2005/8/layout/orgChart1"/>
    <dgm:cxn modelId="{DF9240CD-D1A8-1D48-87A1-CB86DA857893}" type="presParOf" srcId="{0EE0CEF5-6B0F-3947-BC7B-37C9E6C8A595}" destId="{B622EC3A-5AA2-824A-9ACF-FC0F48853666}" srcOrd="2" destOrd="0" presId="urn:microsoft.com/office/officeart/2005/8/layout/orgChart1"/>
    <dgm:cxn modelId="{1AD17096-AC56-FC43-BD7C-0BEDB94682CA}" type="presParOf" srcId="{AD0873AC-92DA-244A-A577-BFD672F572E5}" destId="{9BCB058D-A879-0441-98C4-7789240F8897}" srcOrd="4" destOrd="0" presId="urn:microsoft.com/office/officeart/2005/8/layout/orgChart1"/>
    <dgm:cxn modelId="{D0B44ED2-E5A7-4D40-85F2-6A4C0645351C}" type="presParOf" srcId="{AD0873AC-92DA-244A-A577-BFD672F572E5}" destId="{C948BDC5-3EC7-4D49-A628-5ADD510E038E}" srcOrd="5" destOrd="0" presId="urn:microsoft.com/office/officeart/2005/8/layout/orgChart1"/>
    <dgm:cxn modelId="{06743A58-9016-E64B-B1C1-A54E52BDCDE5}" type="presParOf" srcId="{C948BDC5-3EC7-4D49-A628-5ADD510E038E}" destId="{A039F460-94B9-B043-8A57-BFF4DFBCBE31}" srcOrd="0" destOrd="0" presId="urn:microsoft.com/office/officeart/2005/8/layout/orgChart1"/>
    <dgm:cxn modelId="{F0318B7E-8FB4-724E-BDFF-E2C296F85C24}" type="presParOf" srcId="{A039F460-94B9-B043-8A57-BFF4DFBCBE31}" destId="{EDC72352-D439-4D47-8A58-DB1A205A6E2C}" srcOrd="0" destOrd="0" presId="urn:microsoft.com/office/officeart/2005/8/layout/orgChart1"/>
    <dgm:cxn modelId="{BFEB7E66-72BE-104C-94A4-77AD72FAA3A4}" type="presParOf" srcId="{A039F460-94B9-B043-8A57-BFF4DFBCBE31}" destId="{48FA7A57-1FF6-0C48-94B5-F68A0EDEE57E}" srcOrd="1" destOrd="0" presId="urn:microsoft.com/office/officeart/2005/8/layout/orgChart1"/>
    <dgm:cxn modelId="{9337351D-423C-C947-8839-0B7C9AA7CB62}" type="presParOf" srcId="{C948BDC5-3EC7-4D49-A628-5ADD510E038E}" destId="{D0846DBC-6D41-AE43-B340-41A2C9F68FA3}" srcOrd="1" destOrd="0" presId="urn:microsoft.com/office/officeart/2005/8/layout/orgChart1"/>
    <dgm:cxn modelId="{7E10B746-1FEC-3149-9EB1-CDB4DE8506C5}" type="presParOf" srcId="{C948BDC5-3EC7-4D49-A628-5ADD510E038E}" destId="{3961F7DF-9D05-DE47-B020-D586D1347A85}" srcOrd="2" destOrd="0" presId="urn:microsoft.com/office/officeart/2005/8/layout/orgChart1"/>
    <dgm:cxn modelId="{938D2EC4-810E-0D4F-9BFB-C88C215313F9}" type="presParOf" srcId="{73D39897-1329-044E-98B7-24F24D21C27C}" destId="{2BA33C95-1F0F-3449-8B67-8564CE4EE935}" srcOrd="2" destOrd="0" presId="urn:microsoft.com/office/officeart/2005/8/layout/orgChart1"/>
    <dgm:cxn modelId="{E41BAC31-0857-9D48-9F90-69E05B949112}" type="presParOf" srcId="{2F94D01E-77E4-F34C-9DFF-501493338F48}" destId="{C3C2C0C6-F7FF-E74A-99B2-8B1A0982BA2C}" srcOrd="14" destOrd="0" presId="urn:microsoft.com/office/officeart/2005/8/layout/orgChart1"/>
    <dgm:cxn modelId="{64544D3A-4977-6344-9106-C53820070A19}" type="presParOf" srcId="{2F94D01E-77E4-F34C-9DFF-501493338F48}" destId="{1BA7847A-68FF-174B-914F-7066C9F96D70}" srcOrd="15" destOrd="0" presId="urn:microsoft.com/office/officeart/2005/8/layout/orgChart1"/>
    <dgm:cxn modelId="{DDE151B7-01F7-FE4A-ADF4-5196B23E7B9E}" type="presParOf" srcId="{1BA7847A-68FF-174B-914F-7066C9F96D70}" destId="{E6A1E3C5-0186-6948-811A-47BD75FC5263}" srcOrd="0" destOrd="0" presId="urn:microsoft.com/office/officeart/2005/8/layout/orgChart1"/>
    <dgm:cxn modelId="{11ECFB57-D3D6-9147-BE76-DD3CCC551A82}" type="presParOf" srcId="{E6A1E3C5-0186-6948-811A-47BD75FC5263}" destId="{8D2222E6-CBB1-E746-B95E-31957EC94023}" srcOrd="0" destOrd="0" presId="urn:microsoft.com/office/officeart/2005/8/layout/orgChart1"/>
    <dgm:cxn modelId="{CDE66924-ADCB-E341-BB61-AE9D2B87FF4A}" type="presParOf" srcId="{E6A1E3C5-0186-6948-811A-47BD75FC5263}" destId="{6ACFC83F-DF10-5940-906E-8F18A265011E}" srcOrd="1" destOrd="0" presId="urn:microsoft.com/office/officeart/2005/8/layout/orgChart1"/>
    <dgm:cxn modelId="{D9051038-6584-3A45-B34C-679167EEDD55}" type="presParOf" srcId="{1BA7847A-68FF-174B-914F-7066C9F96D70}" destId="{C5A0F6A5-66EB-074B-AA88-5F29B7BB6A72}" srcOrd="1" destOrd="0" presId="urn:microsoft.com/office/officeart/2005/8/layout/orgChart1"/>
    <dgm:cxn modelId="{14CD93C0-E50A-594F-A33D-CB61FCC26965}" type="presParOf" srcId="{C5A0F6A5-66EB-074B-AA88-5F29B7BB6A72}" destId="{07502E36-8428-4C4D-B780-B60F85D331F6}" srcOrd="0" destOrd="0" presId="urn:microsoft.com/office/officeart/2005/8/layout/orgChart1"/>
    <dgm:cxn modelId="{32A7C41E-A384-824D-9F54-224D85DB797F}" type="presParOf" srcId="{C5A0F6A5-66EB-074B-AA88-5F29B7BB6A72}" destId="{6BFF7EA2-AD6C-9943-A56D-BB145629EEE3}" srcOrd="1" destOrd="0" presId="urn:microsoft.com/office/officeart/2005/8/layout/orgChart1"/>
    <dgm:cxn modelId="{B88C8AD8-919B-F243-BC45-08F068F9075E}" type="presParOf" srcId="{6BFF7EA2-AD6C-9943-A56D-BB145629EEE3}" destId="{415ED53B-D191-544F-853A-44E010AD78BA}" srcOrd="0" destOrd="0" presId="urn:microsoft.com/office/officeart/2005/8/layout/orgChart1"/>
    <dgm:cxn modelId="{90781F34-0E8F-4A41-AA85-87C2C017E99D}" type="presParOf" srcId="{415ED53B-D191-544F-853A-44E010AD78BA}" destId="{C2C74BB8-6442-1A45-8767-36323B0DC3D9}" srcOrd="0" destOrd="0" presId="urn:microsoft.com/office/officeart/2005/8/layout/orgChart1"/>
    <dgm:cxn modelId="{83260EA3-13A4-0449-BB19-91A2783FA21F}" type="presParOf" srcId="{415ED53B-D191-544F-853A-44E010AD78BA}" destId="{38646BBB-C75B-BC49-BD16-F9AFB6E6CEC8}" srcOrd="1" destOrd="0" presId="urn:microsoft.com/office/officeart/2005/8/layout/orgChart1"/>
    <dgm:cxn modelId="{810413C2-041D-A74F-A11A-86843E374C93}" type="presParOf" srcId="{6BFF7EA2-AD6C-9943-A56D-BB145629EEE3}" destId="{DECEF40C-8290-FF40-98A9-46CAA6C66178}" srcOrd="1" destOrd="0" presId="urn:microsoft.com/office/officeart/2005/8/layout/orgChart1"/>
    <dgm:cxn modelId="{F649060D-DE70-E449-A0CE-FAAB426D3CEC}" type="presParOf" srcId="{6BFF7EA2-AD6C-9943-A56D-BB145629EEE3}" destId="{10C14EB6-6EE1-C345-B14B-D2FEA43B06C2}" srcOrd="2" destOrd="0" presId="urn:microsoft.com/office/officeart/2005/8/layout/orgChart1"/>
    <dgm:cxn modelId="{15232F51-AA92-2845-A1B0-45553EC42414}" type="presParOf" srcId="{C5A0F6A5-66EB-074B-AA88-5F29B7BB6A72}" destId="{1FE9A952-999C-6443-90AE-D69CFC7C7C6D}" srcOrd="2" destOrd="0" presId="urn:microsoft.com/office/officeart/2005/8/layout/orgChart1"/>
    <dgm:cxn modelId="{F954C907-2DC8-E742-B6F8-F565A7D48FF4}" type="presParOf" srcId="{C5A0F6A5-66EB-074B-AA88-5F29B7BB6A72}" destId="{D030C112-2AEA-9D49-80C1-4925943265DA}" srcOrd="3" destOrd="0" presId="urn:microsoft.com/office/officeart/2005/8/layout/orgChart1"/>
    <dgm:cxn modelId="{9044A5A5-1EE8-114A-8D8E-4EE28C4C5EFA}" type="presParOf" srcId="{D030C112-2AEA-9D49-80C1-4925943265DA}" destId="{2DD3EF9F-1F6B-8C4B-9E12-C1F1FEDF5FBD}" srcOrd="0" destOrd="0" presId="urn:microsoft.com/office/officeart/2005/8/layout/orgChart1"/>
    <dgm:cxn modelId="{6255E6C9-72E0-9E49-896E-E07D0199EABC}" type="presParOf" srcId="{2DD3EF9F-1F6B-8C4B-9E12-C1F1FEDF5FBD}" destId="{D1E62DC2-20C0-0041-9653-CED5CAEAF722}" srcOrd="0" destOrd="0" presId="urn:microsoft.com/office/officeart/2005/8/layout/orgChart1"/>
    <dgm:cxn modelId="{56C5BDB2-C3CF-4D49-814E-E8F52800878D}" type="presParOf" srcId="{2DD3EF9F-1F6B-8C4B-9E12-C1F1FEDF5FBD}" destId="{F1C99C23-B62F-B34E-A4F8-F895E588477D}" srcOrd="1" destOrd="0" presId="urn:microsoft.com/office/officeart/2005/8/layout/orgChart1"/>
    <dgm:cxn modelId="{CD23523D-9ACF-A042-B8A5-28D4C5C9AFFB}" type="presParOf" srcId="{D030C112-2AEA-9D49-80C1-4925943265DA}" destId="{E0E60CFE-0FBE-C84D-ACAA-BDDC40ED08D9}" srcOrd="1" destOrd="0" presId="urn:microsoft.com/office/officeart/2005/8/layout/orgChart1"/>
    <dgm:cxn modelId="{8DE0BAF6-347D-F84C-A8D2-484BFD7733A1}" type="presParOf" srcId="{D030C112-2AEA-9D49-80C1-4925943265DA}" destId="{C1E2048E-A94E-F747-836A-4DEB6C2085DF}" srcOrd="2" destOrd="0" presId="urn:microsoft.com/office/officeart/2005/8/layout/orgChart1"/>
    <dgm:cxn modelId="{D4C77EC5-27E8-2747-A331-BF2E5F837B22}" type="presParOf" srcId="{C5A0F6A5-66EB-074B-AA88-5F29B7BB6A72}" destId="{1C908ADB-9101-9145-9FF5-9125A03D53ED}" srcOrd="4" destOrd="0" presId="urn:microsoft.com/office/officeart/2005/8/layout/orgChart1"/>
    <dgm:cxn modelId="{6DCDB794-4E05-7245-A88C-C5FAB623F797}" type="presParOf" srcId="{C5A0F6A5-66EB-074B-AA88-5F29B7BB6A72}" destId="{D1485645-5F30-7040-B971-B9287CC8A5DF}" srcOrd="5" destOrd="0" presId="urn:microsoft.com/office/officeart/2005/8/layout/orgChart1"/>
    <dgm:cxn modelId="{AD669749-9F34-2A49-BF15-253FF488B220}" type="presParOf" srcId="{D1485645-5F30-7040-B971-B9287CC8A5DF}" destId="{EF6F530A-EFED-E345-982E-1B5242695E6E}" srcOrd="0" destOrd="0" presId="urn:microsoft.com/office/officeart/2005/8/layout/orgChart1"/>
    <dgm:cxn modelId="{96FC4F9E-043F-3442-9D5B-79BCDD5FA991}" type="presParOf" srcId="{EF6F530A-EFED-E345-982E-1B5242695E6E}" destId="{81CFC0AF-CB74-8B46-9869-262223701FF3}" srcOrd="0" destOrd="0" presId="urn:microsoft.com/office/officeart/2005/8/layout/orgChart1"/>
    <dgm:cxn modelId="{8F9537D6-AC4A-D849-AC12-2F4E0D358EA0}" type="presParOf" srcId="{EF6F530A-EFED-E345-982E-1B5242695E6E}" destId="{1A522E96-03B3-8343-8909-3B06C04E17B7}" srcOrd="1" destOrd="0" presId="urn:microsoft.com/office/officeart/2005/8/layout/orgChart1"/>
    <dgm:cxn modelId="{0EB9D078-FDC9-3C4E-BC45-ADEE567641A7}" type="presParOf" srcId="{D1485645-5F30-7040-B971-B9287CC8A5DF}" destId="{5FE94559-715F-DC4B-8DE9-4C4F85A77E42}" srcOrd="1" destOrd="0" presId="urn:microsoft.com/office/officeart/2005/8/layout/orgChart1"/>
    <dgm:cxn modelId="{90F90C03-2902-AF48-911A-B556CD8E32C1}" type="presParOf" srcId="{D1485645-5F30-7040-B971-B9287CC8A5DF}" destId="{DBB3CB7E-5256-FE4D-86F6-B9054FBF82EC}" srcOrd="2" destOrd="0" presId="urn:microsoft.com/office/officeart/2005/8/layout/orgChart1"/>
    <dgm:cxn modelId="{BBE87E7D-AB0B-3C42-A7F5-5DAFB3C5A9B4}" type="presParOf" srcId="{C5A0F6A5-66EB-074B-AA88-5F29B7BB6A72}" destId="{419A0CC1-55EE-D040-84BA-039E92A048DC}" srcOrd="6" destOrd="0" presId="urn:microsoft.com/office/officeart/2005/8/layout/orgChart1"/>
    <dgm:cxn modelId="{B272C02E-3B19-9C4F-A78B-CA28A05A7AF2}" type="presParOf" srcId="{C5A0F6A5-66EB-074B-AA88-5F29B7BB6A72}" destId="{AEEDD7C8-797D-3D4D-BF42-B1AFF7EBA149}" srcOrd="7" destOrd="0" presId="urn:microsoft.com/office/officeart/2005/8/layout/orgChart1"/>
    <dgm:cxn modelId="{EF1F7CB5-83A4-BA45-9B15-07C5E29D2B27}" type="presParOf" srcId="{AEEDD7C8-797D-3D4D-BF42-B1AFF7EBA149}" destId="{85182C42-D259-F845-9223-AF98293A32AD}" srcOrd="0" destOrd="0" presId="urn:microsoft.com/office/officeart/2005/8/layout/orgChart1"/>
    <dgm:cxn modelId="{90645FB8-ED5F-1742-9B03-FF04F1F985D5}" type="presParOf" srcId="{85182C42-D259-F845-9223-AF98293A32AD}" destId="{72328E71-3701-E546-9818-800D9C1317F8}" srcOrd="0" destOrd="0" presId="urn:microsoft.com/office/officeart/2005/8/layout/orgChart1"/>
    <dgm:cxn modelId="{931D40A7-7A2E-4E4A-A9B2-71B779E051E7}" type="presParOf" srcId="{85182C42-D259-F845-9223-AF98293A32AD}" destId="{660C9A3E-673F-0F4F-8B60-8D99DEA270E9}" srcOrd="1" destOrd="0" presId="urn:microsoft.com/office/officeart/2005/8/layout/orgChart1"/>
    <dgm:cxn modelId="{D576A5BF-4B29-5542-9787-D10F7F976D31}" type="presParOf" srcId="{AEEDD7C8-797D-3D4D-BF42-B1AFF7EBA149}" destId="{ABE0EB5C-8328-FB4A-9443-5E05BFBF93E9}" srcOrd="1" destOrd="0" presId="urn:microsoft.com/office/officeart/2005/8/layout/orgChart1"/>
    <dgm:cxn modelId="{A3AADF2E-4C4F-B646-956E-097C9B72D941}" type="presParOf" srcId="{AEEDD7C8-797D-3D4D-BF42-B1AFF7EBA149}" destId="{3FE4A5B4-B80C-4A48-A693-C20C9E0A51BA}" srcOrd="2" destOrd="0" presId="urn:microsoft.com/office/officeart/2005/8/layout/orgChart1"/>
    <dgm:cxn modelId="{56286AAB-C51F-A44F-BC14-F1F07142C745}" type="presParOf" srcId="{C5A0F6A5-66EB-074B-AA88-5F29B7BB6A72}" destId="{0E92131B-B6EE-ED43-A583-8F6EB61DB475}" srcOrd="8" destOrd="0" presId="urn:microsoft.com/office/officeart/2005/8/layout/orgChart1"/>
    <dgm:cxn modelId="{AAE18AF8-DC7B-7243-B678-9110D52842C0}" type="presParOf" srcId="{C5A0F6A5-66EB-074B-AA88-5F29B7BB6A72}" destId="{9BE32BE2-B89A-D34E-8A60-56FC64FED0C7}" srcOrd="9" destOrd="0" presId="urn:microsoft.com/office/officeart/2005/8/layout/orgChart1"/>
    <dgm:cxn modelId="{3A42DC8B-9B68-A94C-A51F-5881F7CC98B7}" type="presParOf" srcId="{9BE32BE2-B89A-D34E-8A60-56FC64FED0C7}" destId="{7302A181-010E-1844-858D-98CE1620235F}" srcOrd="0" destOrd="0" presId="urn:microsoft.com/office/officeart/2005/8/layout/orgChart1"/>
    <dgm:cxn modelId="{5E1C6BF1-B8F0-2F48-9CFA-B4C8981EEFC3}" type="presParOf" srcId="{7302A181-010E-1844-858D-98CE1620235F}" destId="{2DABABF4-3B19-DD4B-9A93-7FF2CE8E9E1C}" srcOrd="0" destOrd="0" presId="urn:microsoft.com/office/officeart/2005/8/layout/orgChart1"/>
    <dgm:cxn modelId="{72F8A7BB-F577-974C-A0A5-F5662C38B127}" type="presParOf" srcId="{7302A181-010E-1844-858D-98CE1620235F}" destId="{DA38F3E1-EFA2-054F-930F-992013345726}" srcOrd="1" destOrd="0" presId="urn:microsoft.com/office/officeart/2005/8/layout/orgChart1"/>
    <dgm:cxn modelId="{8CEB4BB6-D41F-7748-9237-00E34C6F8465}" type="presParOf" srcId="{9BE32BE2-B89A-D34E-8A60-56FC64FED0C7}" destId="{A79B9C83-9E56-B344-AF78-17C4F2EB376F}" srcOrd="1" destOrd="0" presId="urn:microsoft.com/office/officeart/2005/8/layout/orgChart1"/>
    <dgm:cxn modelId="{DF1840AE-74BF-274D-9686-E542B9114173}" type="presParOf" srcId="{9BE32BE2-B89A-D34E-8A60-56FC64FED0C7}" destId="{182B8DC1-2A0A-5C4B-AE2C-36A203C8589B}" srcOrd="2" destOrd="0" presId="urn:microsoft.com/office/officeart/2005/8/layout/orgChart1"/>
    <dgm:cxn modelId="{63DBA6CB-2CCD-8B45-894A-935870BDD7C1}" type="presParOf" srcId="{1BA7847A-68FF-174B-914F-7066C9F96D70}" destId="{B9F10300-973A-2249-9E4B-5485B0C0F21C}" srcOrd="2" destOrd="0" presId="urn:microsoft.com/office/officeart/2005/8/layout/orgChart1"/>
    <dgm:cxn modelId="{D922BEE7-8DE2-4F4E-A388-4F41D098496B}" type="presParOf" srcId="{07995FCC-BA26-194C-A73F-813ACF86BC2A}" destId="{3ACED839-46BC-E745-9E5C-475BB15821D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074DCF-CBC6-FB49-BD1F-49034690B770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99AF803C-C935-7D4F-B412-B037E709BF3B}">
      <dgm:prSet phldrT="[文字]" custT="1"/>
      <dgm:spPr/>
      <dgm:t>
        <a:bodyPr/>
        <a:lstStyle/>
        <a:p>
          <a:r>
            <a:rPr lang="en-US" sz="1200" b="0" dirty="0">
              <a:latin typeface="Arial" panose="020B0604020202020204" pitchFamily="34" charset="0"/>
              <a:cs typeface="Arial" panose="020B0604020202020204" pitchFamily="34" charset="0"/>
            </a:rPr>
            <a:t>Algorithmic Paradigms</a:t>
          </a:r>
          <a:endParaRPr lang="zh-TW" altLang="en-US" sz="12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8767BE-A250-C24C-A0FD-83B236774624}" type="parTrans" cxnId="{B8FE2377-06D5-4540-9E54-568C37A45A9C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1891866-28A5-5E40-9FA3-84E288C60473}" type="sibTrans" cxnId="{B8FE2377-06D5-4540-9E54-568C37A45A9C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E3417F-F91D-D644-AF7D-338F6D3CA7FD}">
      <dgm:prSet phldrT="[文字]" custT="1"/>
      <dgm:spPr/>
      <dgm:t>
        <a:bodyPr/>
        <a:lstStyle/>
        <a:p>
          <a:r>
            <a:rPr lang="en-US" sz="1200" b="0" dirty="0">
              <a:latin typeface="Arial" panose="020B0604020202020204" pitchFamily="34" charset="0"/>
              <a:cs typeface="Arial" panose="020B0604020202020204" pitchFamily="34" charset="0"/>
            </a:rPr>
            <a:t>Brute Force</a:t>
          </a:r>
        </a:p>
      </dgm:t>
    </dgm:pt>
    <dgm:pt modelId="{CC4E38D3-1D78-B145-880E-CF8A469C0C7A}" type="parTrans" cxnId="{91303560-8207-FE41-B092-C49F3A4669F2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DCD18C-249B-AB4D-A68A-D3962FD39D16}" type="sibTrans" cxnId="{91303560-8207-FE41-B092-C49F3A4669F2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11A655-1027-D84C-A363-B6A141A602B5}">
      <dgm:prSet phldrT="[文字]" custT="1"/>
      <dgm:spPr/>
      <dgm:t>
        <a:bodyPr/>
        <a:lstStyle/>
        <a:p>
          <a:r>
            <a:rPr lang="en-US" sz="1200" b="0" dirty="0">
              <a:latin typeface="Arial" panose="020B0604020202020204" pitchFamily="34" charset="0"/>
              <a:cs typeface="Arial" panose="020B0604020202020204" pitchFamily="34" charset="0"/>
            </a:rPr>
            <a:t>Divide and Conquer</a:t>
          </a:r>
          <a:endParaRPr lang="zh-TW" altLang="en-US" sz="12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CF37D1-3272-5E40-AC92-21E2A3DF27AF}" type="parTrans" cxnId="{0C72D892-6E0A-E74D-A057-2AA17B0A8B61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68B3CC-7A5C-AA47-94CB-4A05D6B82E38}" type="sibTrans" cxnId="{0C72D892-6E0A-E74D-A057-2AA17B0A8B61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749A2A-4F8A-4344-BD8A-5B145FF9724F}">
      <dgm:prSet phldrT="[文字]"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Greedy Algorithms</a:t>
          </a:r>
          <a:endParaRPr lang="zh-TW" altLang="en-US" sz="1200" b="0" kern="1200" dirty="0">
            <a:solidFill>
              <a:prstClr val="white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CB8F260-79F1-CE4A-9FA8-99E9F1BE867B}" type="parTrans" cxnId="{CDD98FA4-C0EB-D041-869C-7CF7CA031821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033594-E5BA-2345-BDEB-E89756533197}" type="sibTrans" cxnId="{CDD98FA4-C0EB-D041-869C-7CF7CA031821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E70CFE-787B-DD4C-A169-E88362EA1644}">
      <dgm:prSet phldrT="[文字]" custT="1"/>
      <dgm:spPr/>
      <dgm:t>
        <a:bodyPr/>
        <a:lstStyle/>
        <a:p>
          <a:r>
            <a:rPr lang="en-US" sz="1200" b="0" dirty="0">
              <a:latin typeface="Arial" panose="020B0604020202020204" pitchFamily="34" charset="0"/>
              <a:cs typeface="Arial" panose="020B0604020202020204" pitchFamily="34" charset="0"/>
            </a:rPr>
            <a:t>Dynamic Programming</a:t>
          </a:r>
          <a:endParaRPr lang="zh-TW" altLang="en-US" sz="12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74244C-8085-1047-8DCD-F4DD84F950B0}" type="parTrans" cxnId="{16A2BBB2-5A96-2C46-8BB2-E0D99927B94D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0CF893-A3A2-844A-8632-BD676A5E2B89}" type="sibTrans" cxnId="{16A2BBB2-5A96-2C46-8BB2-E0D99927B94D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14EC3B-4275-B441-ADD2-D7B06D735F07}">
      <dgm:prSet phldrT="[文字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Linear search</a:t>
          </a:r>
          <a:endParaRPr lang="zh-TW" altLang="en-US" sz="12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061AB2-7F42-A847-9D1C-6178F97CBFEC}" type="parTrans" cxnId="{2558F45E-976E-014F-87B4-8C1A43FEE39F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7909EF-E8EE-C64B-90CC-EBA3F4F8FB7C}" type="sibTrans" cxnId="{2558F45E-976E-014F-87B4-8C1A43FEE39F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394E76-EF2A-4143-B166-737AF9634EE2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zh-TW" sz="1200" dirty="0">
              <a:latin typeface="Arial" panose="020B0604020202020204" pitchFamily="34" charset="0"/>
              <a:cs typeface="Arial" panose="020B0604020202020204" pitchFamily="34" charset="0"/>
            </a:rPr>
            <a:t>Permutation</a:t>
          </a:r>
          <a:endParaRPr lang="zh-TW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D358D9-825E-8A48-8B72-08A3352E40A5}" type="parTrans" cxnId="{BA9C11E3-77FB-714C-9693-DB67DACF0121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343CD7-8F1D-D749-BCBA-EA40186B1C0B}" type="sibTrans" cxnId="{BA9C11E3-77FB-714C-9693-DB67DACF0121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835A8D-3044-414D-B196-A92445686440}">
      <dgm:prSet custT="1"/>
      <dgm:spPr>
        <a:solidFill>
          <a:prstClr val="white">
            <a:lumMod val="75000"/>
          </a:prst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altLang="zh-TW" sz="1200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Subset</a:t>
          </a:r>
          <a:endParaRPr lang="zh-TW" altLang="en-US" sz="1200" kern="1200" dirty="0">
            <a:solidFill>
              <a:prstClr val="white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426C5D3-A43D-1B4D-9044-1B11E4CDF164}" type="parTrans" cxnId="{3CD8AD51-AD3D-784A-857E-BFAE08E56786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F385AC-4114-7E40-B65B-F861DD835B70}" type="sibTrans" cxnId="{3CD8AD51-AD3D-784A-857E-BFAE08E56786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B830E1-9116-A744-8567-B1CCDE622A6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Binary Search</a:t>
          </a:r>
          <a:endParaRPr lang="zh-TW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F15EA2-3AB4-E040-ADC1-5801CCE9606D}" type="parTrans" cxnId="{6745923C-91F2-2147-8C39-7FC799AA0F95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4FA64F-C7D6-E846-A42A-362FB4FB73C3}" type="sibTrans" cxnId="{6745923C-91F2-2147-8C39-7FC799AA0F95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E05D4E-98E9-E24C-ABB9-4885743272E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Merge Sort</a:t>
          </a:r>
        </a:p>
      </dgm:t>
    </dgm:pt>
    <dgm:pt modelId="{B5A8548A-BDE5-1A48-BACF-30D3A7AADA22}" type="parTrans" cxnId="{311E8C4B-9028-E944-BD79-FEDEE82D4D61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335A66-D010-5049-A8C6-BB10E6973D13}" type="sibTrans" cxnId="{311E8C4B-9028-E944-BD79-FEDEE82D4D61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03B561-FF95-3B42-B502-FB51ADC4004F}">
      <dgm:prSet custT="1"/>
      <dgm:spPr>
        <a:solidFill>
          <a:schemeClr val="accent1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Quick Sort</a:t>
          </a:r>
        </a:p>
      </dgm:t>
    </dgm:pt>
    <dgm:pt modelId="{19753DD7-E254-CE41-9100-5960C71E940D}" type="parTrans" cxnId="{F14BE9B8-B0EF-5944-8ED9-651B9B6E7507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870684-7034-774A-AA59-EBE59485386B}" type="sibTrans" cxnId="{F14BE9B8-B0EF-5944-8ED9-651B9B6E7507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BF24AD-60EE-D742-9990-C37E55094BEC}">
      <dgm:prSet phldrT="[文字]"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>
            <a:buFont typeface="Arial" panose="020B0604020202020204" pitchFamily="34" charset="0"/>
            <a:buChar char="•"/>
          </a:pPr>
          <a:r>
            <a:rPr lang="en-US" sz="1200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Huffman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Coding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14C3FA-C101-5A4E-9CC7-6510BB97E6DE}" type="parTrans" cxnId="{F5EC5B03-F376-3B47-B780-07E5BFD98C75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7F165A-8319-2F4C-86B3-A50B72AB12C6}" type="sibTrans" cxnId="{F5EC5B03-F376-3B47-B780-07E5BFD98C75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116487-51F5-3049-BB04-F79D0F6A202F}">
      <dgm:prSet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>
            <a:buFont typeface="Arial" panose="020B0604020202020204" pitchFamily="34" charset="0"/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Minimum </a:t>
          </a:r>
          <a:r>
            <a:rPr lang="en-US" sz="1200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Spanning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Tree</a:t>
          </a:r>
        </a:p>
      </dgm:t>
    </dgm:pt>
    <dgm:pt modelId="{78C3177A-07BF-5F4D-B07F-FBE77165E7EB}" type="parTrans" cxnId="{30EEAF0F-29B4-C545-9031-D37A63F6961B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A0564F-05C2-8740-93E6-6D4B7D0A91C8}" type="sibTrans" cxnId="{30EEAF0F-29B4-C545-9031-D37A63F6961B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80F96B-F9BC-6841-8498-C51D7900AF94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Activity Selection</a:t>
          </a:r>
        </a:p>
      </dgm:t>
    </dgm:pt>
    <dgm:pt modelId="{905E0B22-0EBE-9741-B290-914AA1E9108C}" type="parTrans" cxnId="{265EB2A6-111E-9249-8C46-7DE9D8C9184B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9F05F7-A08C-2349-A95D-6DE3B735271F}" type="sibTrans" cxnId="{265EB2A6-111E-9249-8C46-7DE9D8C9184B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F0CF91-8124-EC41-9A25-69CB3C58E48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Fibonacci</a:t>
          </a:r>
          <a:endParaRPr lang="zh-TW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9B8537-19E5-B042-B51E-6C91397E138A}" type="parTrans" cxnId="{572D9B1D-CF4B-824C-9B2A-ED98D4F94EAA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621571-42BA-DA4A-8F5C-41F77F9033B3}" type="sibTrans" cxnId="{572D9B1D-CF4B-824C-9B2A-ED98D4F94EAA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9B5BE9-FB17-3049-A863-F58B20DBB129}">
      <dgm:prSet custT="1"/>
      <dgm:spPr>
        <a:solidFill>
          <a:prstClr val="white">
            <a:lumMod val="75000"/>
          </a:prst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Knapsack</a:t>
          </a:r>
        </a:p>
      </dgm:t>
    </dgm:pt>
    <dgm:pt modelId="{B2BEFB14-5935-9C41-B4AF-57AA90A522FA}" type="parTrans" cxnId="{FFCCD067-755E-0443-89A6-AE027CDFE42E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48A0D4-5DF3-4E45-8145-B60C362D456B}" type="sibTrans" cxnId="{FFCCD067-755E-0443-89A6-AE027CDFE42E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042B71-0923-2547-B23C-7ED585EE23A3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LCS</a:t>
          </a:r>
        </a:p>
      </dgm:t>
    </dgm:pt>
    <dgm:pt modelId="{FE50A543-E971-E349-BDE1-1EE668E773B2}" type="parTrans" cxnId="{017FA2AD-679A-D444-AE97-39658E8B685C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18E194-DB20-D24B-9010-2420E64F6C97}" type="sibTrans" cxnId="{017FA2AD-679A-D444-AE97-39658E8B685C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6D4285-8E13-EE42-BA94-1FAADDF543B8}" type="pres">
      <dgm:prSet presAssocID="{93074DCF-CBC6-FB49-BD1F-49034690B77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5723390-9311-CA4B-8565-44124A2A159E}" type="pres">
      <dgm:prSet presAssocID="{99AF803C-C935-7D4F-B412-B037E709BF3B}" presName="hierRoot1" presStyleCnt="0">
        <dgm:presLayoutVars>
          <dgm:hierBranch val="init"/>
        </dgm:presLayoutVars>
      </dgm:prSet>
      <dgm:spPr/>
    </dgm:pt>
    <dgm:pt modelId="{C9CC2C01-8D29-5D4F-A697-4D3F7F908967}" type="pres">
      <dgm:prSet presAssocID="{99AF803C-C935-7D4F-B412-B037E709BF3B}" presName="rootComposite1" presStyleCnt="0"/>
      <dgm:spPr/>
    </dgm:pt>
    <dgm:pt modelId="{87CB75FF-A3C9-1C43-83C1-729B235B27AF}" type="pres">
      <dgm:prSet presAssocID="{99AF803C-C935-7D4F-B412-B037E709BF3B}" presName="rootText1" presStyleLbl="node0" presStyleIdx="0" presStyleCnt="1">
        <dgm:presLayoutVars>
          <dgm:chPref val="3"/>
        </dgm:presLayoutVars>
      </dgm:prSet>
      <dgm:spPr/>
    </dgm:pt>
    <dgm:pt modelId="{F48BE325-B0F2-DA4C-9590-32E1E49035E5}" type="pres">
      <dgm:prSet presAssocID="{99AF803C-C935-7D4F-B412-B037E709BF3B}" presName="rootConnector1" presStyleLbl="node1" presStyleIdx="0" presStyleCnt="0"/>
      <dgm:spPr/>
    </dgm:pt>
    <dgm:pt modelId="{5A362BC0-4D08-FF4B-B9FE-8B89008966CD}" type="pres">
      <dgm:prSet presAssocID="{99AF803C-C935-7D4F-B412-B037E709BF3B}" presName="hierChild2" presStyleCnt="0"/>
      <dgm:spPr/>
    </dgm:pt>
    <dgm:pt modelId="{A731BC4F-EE78-524B-B75A-91DBE4DA6D06}" type="pres">
      <dgm:prSet presAssocID="{CC4E38D3-1D78-B145-880E-CF8A469C0C7A}" presName="Name37" presStyleLbl="parChTrans1D2" presStyleIdx="0" presStyleCnt="4"/>
      <dgm:spPr/>
    </dgm:pt>
    <dgm:pt modelId="{A85F6BC3-9428-E244-A0C9-903569EFD05A}" type="pres">
      <dgm:prSet presAssocID="{6FE3417F-F91D-D644-AF7D-338F6D3CA7FD}" presName="hierRoot2" presStyleCnt="0">
        <dgm:presLayoutVars>
          <dgm:hierBranch val="init"/>
        </dgm:presLayoutVars>
      </dgm:prSet>
      <dgm:spPr/>
    </dgm:pt>
    <dgm:pt modelId="{C1555D06-D38D-1140-8812-90356B38AD95}" type="pres">
      <dgm:prSet presAssocID="{6FE3417F-F91D-D644-AF7D-338F6D3CA7FD}" presName="rootComposite" presStyleCnt="0"/>
      <dgm:spPr/>
    </dgm:pt>
    <dgm:pt modelId="{A1DCC881-6B5A-2748-8DBB-3929CDCBCD66}" type="pres">
      <dgm:prSet presAssocID="{6FE3417F-F91D-D644-AF7D-338F6D3CA7FD}" presName="rootText" presStyleLbl="node2" presStyleIdx="0" presStyleCnt="4">
        <dgm:presLayoutVars>
          <dgm:chPref val="3"/>
        </dgm:presLayoutVars>
      </dgm:prSet>
      <dgm:spPr/>
    </dgm:pt>
    <dgm:pt modelId="{3B18D46F-AEB1-E343-B946-B1473EFA9529}" type="pres">
      <dgm:prSet presAssocID="{6FE3417F-F91D-D644-AF7D-338F6D3CA7FD}" presName="rootConnector" presStyleLbl="node2" presStyleIdx="0" presStyleCnt="4"/>
      <dgm:spPr/>
    </dgm:pt>
    <dgm:pt modelId="{A9261BAE-5F1D-3E40-9BB1-34D64F820486}" type="pres">
      <dgm:prSet presAssocID="{6FE3417F-F91D-D644-AF7D-338F6D3CA7FD}" presName="hierChild4" presStyleCnt="0"/>
      <dgm:spPr/>
    </dgm:pt>
    <dgm:pt modelId="{5D90D505-34BA-F345-9D64-69C4C5CF194C}" type="pres">
      <dgm:prSet presAssocID="{03061AB2-7F42-A847-9D1C-6178F97CBFEC}" presName="Name37" presStyleLbl="parChTrans1D3" presStyleIdx="0" presStyleCnt="12"/>
      <dgm:spPr/>
    </dgm:pt>
    <dgm:pt modelId="{3C003E65-03B1-E24C-A8E3-BEB72C02D3EA}" type="pres">
      <dgm:prSet presAssocID="{8914EC3B-4275-B441-ADD2-D7B06D735F07}" presName="hierRoot2" presStyleCnt="0">
        <dgm:presLayoutVars>
          <dgm:hierBranch val="init"/>
        </dgm:presLayoutVars>
      </dgm:prSet>
      <dgm:spPr/>
    </dgm:pt>
    <dgm:pt modelId="{530B02E4-9E97-AA42-8865-0C8FADE16C7D}" type="pres">
      <dgm:prSet presAssocID="{8914EC3B-4275-B441-ADD2-D7B06D735F07}" presName="rootComposite" presStyleCnt="0"/>
      <dgm:spPr/>
    </dgm:pt>
    <dgm:pt modelId="{6AFC0196-01F6-0240-99F1-2361465AF458}" type="pres">
      <dgm:prSet presAssocID="{8914EC3B-4275-B441-ADD2-D7B06D735F07}" presName="rootText" presStyleLbl="node3" presStyleIdx="0" presStyleCnt="12">
        <dgm:presLayoutVars>
          <dgm:chPref val="3"/>
        </dgm:presLayoutVars>
      </dgm:prSet>
      <dgm:spPr/>
    </dgm:pt>
    <dgm:pt modelId="{8F313E30-D575-0F44-90CD-741C1315A02C}" type="pres">
      <dgm:prSet presAssocID="{8914EC3B-4275-B441-ADD2-D7B06D735F07}" presName="rootConnector" presStyleLbl="node3" presStyleIdx="0" presStyleCnt="12"/>
      <dgm:spPr/>
    </dgm:pt>
    <dgm:pt modelId="{F34B8FBD-FAB9-084A-A433-1FF1ED59CD3A}" type="pres">
      <dgm:prSet presAssocID="{8914EC3B-4275-B441-ADD2-D7B06D735F07}" presName="hierChild4" presStyleCnt="0"/>
      <dgm:spPr/>
    </dgm:pt>
    <dgm:pt modelId="{3A4C5BF0-6976-204C-9D8A-FE4AE59896F7}" type="pres">
      <dgm:prSet presAssocID="{8914EC3B-4275-B441-ADD2-D7B06D735F07}" presName="hierChild5" presStyleCnt="0"/>
      <dgm:spPr/>
    </dgm:pt>
    <dgm:pt modelId="{44D91E12-C830-5042-95BD-DE100E863AEC}" type="pres">
      <dgm:prSet presAssocID="{D426C5D3-A43D-1B4D-9044-1B11E4CDF164}" presName="Name37" presStyleLbl="parChTrans1D3" presStyleIdx="1" presStyleCnt="12"/>
      <dgm:spPr/>
    </dgm:pt>
    <dgm:pt modelId="{7FCED045-48CA-1744-8DAE-7285446C89E5}" type="pres">
      <dgm:prSet presAssocID="{70835A8D-3044-414D-B196-A92445686440}" presName="hierRoot2" presStyleCnt="0">
        <dgm:presLayoutVars>
          <dgm:hierBranch val="init"/>
        </dgm:presLayoutVars>
      </dgm:prSet>
      <dgm:spPr/>
    </dgm:pt>
    <dgm:pt modelId="{386AA830-DE67-494B-B12F-F952939A4FC4}" type="pres">
      <dgm:prSet presAssocID="{70835A8D-3044-414D-B196-A92445686440}" presName="rootComposite" presStyleCnt="0"/>
      <dgm:spPr/>
    </dgm:pt>
    <dgm:pt modelId="{9BD1E258-8689-464A-A587-4EB3F5827A63}" type="pres">
      <dgm:prSet presAssocID="{70835A8D-3044-414D-B196-A92445686440}" presName="rootText" presStyleLbl="node3" presStyleIdx="1" presStyleCnt="12">
        <dgm:presLayoutVars>
          <dgm:chPref val="3"/>
        </dgm:presLayoutVars>
      </dgm:prSet>
      <dgm:spPr>
        <a:xfrm>
          <a:off x="1872086" y="2288397"/>
          <a:ext cx="1073608" cy="536804"/>
        </a:xfrm>
        <a:prstGeom prst="rect">
          <a:avLst/>
        </a:prstGeom>
      </dgm:spPr>
    </dgm:pt>
    <dgm:pt modelId="{2DEFAA7D-5F4C-4B4A-852C-591FF258C4BC}" type="pres">
      <dgm:prSet presAssocID="{70835A8D-3044-414D-B196-A92445686440}" presName="rootConnector" presStyleLbl="node3" presStyleIdx="1" presStyleCnt="12"/>
      <dgm:spPr/>
    </dgm:pt>
    <dgm:pt modelId="{243B5B82-3A3F-7E42-92BE-179FF9327CC0}" type="pres">
      <dgm:prSet presAssocID="{70835A8D-3044-414D-B196-A92445686440}" presName="hierChild4" presStyleCnt="0"/>
      <dgm:spPr/>
    </dgm:pt>
    <dgm:pt modelId="{910043CB-7683-1243-9479-9D8578B5E0BF}" type="pres">
      <dgm:prSet presAssocID="{70835A8D-3044-414D-B196-A92445686440}" presName="hierChild5" presStyleCnt="0"/>
      <dgm:spPr/>
    </dgm:pt>
    <dgm:pt modelId="{F0EC5A6C-12AE-6E44-B761-CF66AE16A88B}" type="pres">
      <dgm:prSet presAssocID="{64D358D9-825E-8A48-8B72-08A3352E40A5}" presName="Name37" presStyleLbl="parChTrans1D3" presStyleIdx="2" presStyleCnt="12"/>
      <dgm:spPr/>
    </dgm:pt>
    <dgm:pt modelId="{E35D02FA-5824-8D44-90B4-F890555E7387}" type="pres">
      <dgm:prSet presAssocID="{42394E76-EF2A-4143-B166-737AF9634EE2}" presName="hierRoot2" presStyleCnt="0">
        <dgm:presLayoutVars>
          <dgm:hierBranch val="init"/>
        </dgm:presLayoutVars>
      </dgm:prSet>
      <dgm:spPr/>
    </dgm:pt>
    <dgm:pt modelId="{B496C7D4-CFFD-B04A-A338-E6DFE5F1361C}" type="pres">
      <dgm:prSet presAssocID="{42394E76-EF2A-4143-B166-737AF9634EE2}" presName="rootComposite" presStyleCnt="0"/>
      <dgm:spPr/>
    </dgm:pt>
    <dgm:pt modelId="{5B7F08E5-1124-2143-9E15-06A29F73FB9F}" type="pres">
      <dgm:prSet presAssocID="{42394E76-EF2A-4143-B166-737AF9634EE2}" presName="rootText" presStyleLbl="node3" presStyleIdx="2" presStyleCnt="12">
        <dgm:presLayoutVars>
          <dgm:chPref val="3"/>
        </dgm:presLayoutVars>
      </dgm:prSet>
      <dgm:spPr/>
    </dgm:pt>
    <dgm:pt modelId="{0BE51898-DC41-8F4A-A169-E72F348BC634}" type="pres">
      <dgm:prSet presAssocID="{42394E76-EF2A-4143-B166-737AF9634EE2}" presName="rootConnector" presStyleLbl="node3" presStyleIdx="2" presStyleCnt="12"/>
      <dgm:spPr/>
    </dgm:pt>
    <dgm:pt modelId="{2B32C483-6FF0-F44E-A404-66555F24DA83}" type="pres">
      <dgm:prSet presAssocID="{42394E76-EF2A-4143-B166-737AF9634EE2}" presName="hierChild4" presStyleCnt="0"/>
      <dgm:spPr/>
    </dgm:pt>
    <dgm:pt modelId="{6C03A4CB-4A12-E348-9517-7276A8A2DE71}" type="pres">
      <dgm:prSet presAssocID="{42394E76-EF2A-4143-B166-737AF9634EE2}" presName="hierChild5" presStyleCnt="0"/>
      <dgm:spPr/>
    </dgm:pt>
    <dgm:pt modelId="{304C2017-7FB6-7049-BAE6-E70688E2B849}" type="pres">
      <dgm:prSet presAssocID="{6FE3417F-F91D-D644-AF7D-338F6D3CA7FD}" presName="hierChild5" presStyleCnt="0"/>
      <dgm:spPr/>
    </dgm:pt>
    <dgm:pt modelId="{BF9C65A5-C5F5-0E46-9055-AC2648C002EE}" type="pres">
      <dgm:prSet presAssocID="{0DCF37D1-3272-5E40-AC92-21E2A3DF27AF}" presName="Name37" presStyleLbl="parChTrans1D2" presStyleIdx="1" presStyleCnt="4"/>
      <dgm:spPr/>
    </dgm:pt>
    <dgm:pt modelId="{84C9E337-6EFF-A941-A8BE-E0B1DD96176A}" type="pres">
      <dgm:prSet presAssocID="{0F11A655-1027-D84C-A363-B6A141A602B5}" presName="hierRoot2" presStyleCnt="0">
        <dgm:presLayoutVars>
          <dgm:hierBranch val="init"/>
        </dgm:presLayoutVars>
      </dgm:prSet>
      <dgm:spPr/>
    </dgm:pt>
    <dgm:pt modelId="{E28422D7-5110-B345-B77C-DCA75E181EF7}" type="pres">
      <dgm:prSet presAssocID="{0F11A655-1027-D84C-A363-B6A141A602B5}" presName="rootComposite" presStyleCnt="0"/>
      <dgm:spPr/>
    </dgm:pt>
    <dgm:pt modelId="{57F2F2F1-DECF-A044-B0A4-203A150C93AF}" type="pres">
      <dgm:prSet presAssocID="{0F11A655-1027-D84C-A363-B6A141A602B5}" presName="rootText" presStyleLbl="node2" presStyleIdx="1" presStyleCnt="4">
        <dgm:presLayoutVars>
          <dgm:chPref val="3"/>
        </dgm:presLayoutVars>
      </dgm:prSet>
      <dgm:spPr/>
    </dgm:pt>
    <dgm:pt modelId="{AAE15651-EA49-5848-9172-5839D0C2255A}" type="pres">
      <dgm:prSet presAssocID="{0F11A655-1027-D84C-A363-B6A141A602B5}" presName="rootConnector" presStyleLbl="node2" presStyleIdx="1" presStyleCnt="4"/>
      <dgm:spPr/>
    </dgm:pt>
    <dgm:pt modelId="{4D9E5ABF-7945-004B-AA96-64F7A6624851}" type="pres">
      <dgm:prSet presAssocID="{0F11A655-1027-D84C-A363-B6A141A602B5}" presName="hierChild4" presStyleCnt="0"/>
      <dgm:spPr/>
    </dgm:pt>
    <dgm:pt modelId="{98EF5ED1-DAEC-3C47-A9F0-FE1B6B900A99}" type="pres">
      <dgm:prSet presAssocID="{60F15EA2-3AB4-E040-ADC1-5801CCE9606D}" presName="Name37" presStyleLbl="parChTrans1D3" presStyleIdx="3" presStyleCnt="12"/>
      <dgm:spPr/>
    </dgm:pt>
    <dgm:pt modelId="{ADABD685-4DEA-2D4E-9F71-0ECBFB75155B}" type="pres">
      <dgm:prSet presAssocID="{FDB830E1-9116-A744-8567-B1CCDE622A6C}" presName="hierRoot2" presStyleCnt="0">
        <dgm:presLayoutVars>
          <dgm:hierBranch val="init"/>
        </dgm:presLayoutVars>
      </dgm:prSet>
      <dgm:spPr/>
    </dgm:pt>
    <dgm:pt modelId="{09D2A2C3-8C48-3149-BE31-DE76490786D3}" type="pres">
      <dgm:prSet presAssocID="{FDB830E1-9116-A744-8567-B1CCDE622A6C}" presName="rootComposite" presStyleCnt="0"/>
      <dgm:spPr/>
    </dgm:pt>
    <dgm:pt modelId="{A19848DA-1684-694E-8AB2-37795844922E}" type="pres">
      <dgm:prSet presAssocID="{FDB830E1-9116-A744-8567-B1CCDE622A6C}" presName="rootText" presStyleLbl="node3" presStyleIdx="3" presStyleCnt="12">
        <dgm:presLayoutVars>
          <dgm:chPref val="3"/>
        </dgm:presLayoutVars>
      </dgm:prSet>
      <dgm:spPr/>
    </dgm:pt>
    <dgm:pt modelId="{841664F3-105E-A944-8889-EB0FF1050B57}" type="pres">
      <dgm:prSet presAssocID="{FDB830E1-9116-A744-8567-B1CCDE622A6C}" presName="rootConnector" presStyleLbl="node3" presStyleIdx="3" presStyleCnt="12"/>
      <dgm:spPr/>
    </dgm:pt>
    <dgm:pt modelId="{3F3A11FB-561D-E849-B441-86092D49FFC2}" type="pres">
      <dgm:prSet presAssocID="{FDB830E1-9116-A744-8567-B1CCDE622A6C}" presName="hierChild4" presStyleCnt="0"/>
      <dgm:spPr/>
    </dgm:pt>
    <dgm:pt modelId="{D148E94C-4842-594C-BB21-A7003B4ACE8B}" type="pres">
      <dgm:prSet presAssocID="{FDB830E1-9116-A744-8567-B1CCDE622A6C}" presName="hierChild5" presStyleCnt="0"/>
      <dgm:spPr/>
    </dgm:pt>
    <dgm:pt modelId="{C387BB6B-C6A7-1140-AB3E-D359B07E2050}" type="pres">
      <dgm:prSet presAssocID="{B5A8548A-BDE5-1A48-BACF-30D3A7AADA22}" presName="Name37" presStyleLbl="parChTrans1D3" presStyleIdx="4" presStyleCnt="12"/>
      <dgm:spPr/>
    </dgm:pt>
    <dgm:pt modelId="{8EAE7639-7542-764B-B37E-31A064C7D70D}" type="pres">
      <dgm:prSet presAssocID="{20E05D4E-98E9-E24C-ABB9-4885743272E0}" presName="hierRoot2" presStyleCnt="0">
        <dgm:presLayoutVars>
          <dgm:hierBranch val="init"/>
        </dgm:presLayoutVars>
      </dgm:prSet>
      <dgm:spPr/>
    </dgm:pt>
    <dgm:pt modelId="{3E05E411-1CA4-0245-A33E-9617164E1B6F}" type="pres">
      <dgm:prSet presAssocID="{20E05D4E-98E9-E24C-ABB9-4885743272E0}" presName="rootComposite" presStyleCnt="0"/>
      <dgm:spPr/>
    </dgm:pt>
    <dgm:pt modelId="{06395E12-08EB-C642-A2A2-1B2FCE15A2D0}" type="pres">
      <dgm:prSet presAssocID="{20E05D4E-98E9-E24C-ABB9-4885743272E0}" presName="rootText" presStyleLbl="node3" presStyleIdx="4" presStyleCnt="12">
        <dgm:presLayoutVars>
          <dgm:chPref val="3"/>
        </dgm:presLayoutVars>
      </dgm:prSet>
      <dgm:spPr/>
    </dgm:pt>
    <dgm:pt modelId="{95E603AB-EF2D-684E-B0E1-8417DFD08B2F}" type="pres">
      <dgm:prSet presAssocID="{20E05D4E-98E9-E24C-ABB9-4885743272E0}" presName="rootConnector" presStyleLbl="node3" presStyleIdx="4" presStyleCnt="12"/>
      <dgm:spPr/>
    </dgm:pt>
    <dgm:pt modelId="{2B74FF78-194B-FE4A-AFAD-DCE0E1D7600E}" type="pres">
      <dgm:prSet presAssocID="{20E05D4E-98E9-E24C-ABB9-4885743272E0}" presName="hierChild4" presStyleCnt="0"/>
      <dgm:spPr/>
    </dgm:pt>
    <dgm:pt modelId="{6147F6C3-3977-504A-AF58-3CBA461D0E59}" type="pres">
      <dgm:prSet presAssocID="{20E05D4E-98E9-E24C-ABB9-4885743272E0}" presName="hierChild5" presStyleCnt="0"/>
      <dgm:spPr/>
    </dgm:pt>
    <dgm:pt modelId="{312D0D41-5CF4-D342-8F48-0FDFFD86B1F0}" type="pres">
      <dgm:prSet presAssocID="{19753DD7-E254-CE41-9100-5960C71E940D}" presName="Name37" presStyleLbl="parChTrans1D3" presStyleIdx="5" presStyleCnt="12"/>
      <dgm:spPr/>
    </dgm:pt>
    <dgm:pt modelId="{946BCB4D-E53E-5744-AA7C-24220DA9A837}" type="pres">
      <dgm:prSet presAssocID="{1A03B561-FF95-3B42-B502-FB51ADC4004F}" presName="hierRoot2" presStyleCnt="0">
        <dgm:presLayoutVars>
          <dgm:hierBranch val="init"/>
        </dgm:presLayoutVars>
      </dgm:prSet>
      <dgm:spPr/>
    </dgm:pt>
    <dgm:pt modelId="{87314604-2CCC-4E49-867A-E2C95EDCDB9B}" type="pres">
      <dgm:prSet presAssocID="{1A03B561-FF95-3B42-B502-FB51ADC4004F}" presName="rootComposite" presStyleCnt="0"/>
      <dgm:spPr/>
    </dgm:pt>
    <dgm:pt modelId="{10EC097E-C088-3548-A227-78CEAF79AF9A}" type="pres">
      <dgm:prSet presAssocID="{1A03B561-FF95-3B42-B502-FB51ADC4004F}" presName="rootText" presStyleLbl="node3" presStyleIdx="5" presStyleCnt="12">
        <dgm:presLayoutVars>
          <dgm:chPref val="3"/>
        </dgm:presLayoutVars>
      </dgm:prSet>
      <dgm:spPr/>
    </dgm:pt>
    <dgm:pt modelId="{A4EBA3CA-7678-1648-9BAE-ECFB5D274C92}" type="pres">
      <dgm:prSet presAssocID="{1A03B561-FF95-3B42-B502-FB51ADC4004F}" presName="rootConnector" presStyleLbl="node3" presStyleIdx="5" presStyleCnt="12"/>
      <dgm:spPr/>
    </dgm:pt>
    <dgm:pt modelId="{E82CF4D2-2390-244C-8FFE-E09529A6DD79}" type="pres">
      <dgm:prSet presAssocID="{1A03B561-FF95-3B42-B502-FB51ADC4004F}" presName="hierChild4" presStyleCnt="0"/>
      <dgm:spPr/>
    </dgm:pt>
    <dgm:pt modelId="{83D4C794-EF20-F349-AB18-9E87880F91FE}" type="pres">
      <dgm:prSet presAssocID="{1A03B561-FF95-3B42-B502-FB51ADC4004F}" presName="hierChild5" presStyleCnt="0"/>
      <dgm:spPr/>
    </dgm:pt>
    <dgm:pt modelId="{B5B76CFC-6291-434C-938D-99CAC0F09CF3}" type="pres">
      <dgm:prSet presAssocID="{0F11A655-1027-D84C-A363-B6A141A602B5}" presName="hierChild5" presStyleCnt="0"/>
      <dgm:spPr/>
    </dgm:pt>
    <dgm:pt modelId="{3CB410B5-B416-7849-B459-5A962C9E8CAE}" type="pres">
      <dgm:prSet presAssocID="{3574244C-8085-1047-8DCD-F4DD84F950B0}" presName="Name37" presStyleLbl="parChTrans1D2" presStyleIdx="2" presStyleCnt="4"/>
      <dgm:spPr/>
    </dgm:pt>
    <dgm:pt modelId="{241B6036-B576-134B-BB1F-5AB977B5AF55}" type="pres">
      <dgm:prSet presAssocID="{C4E70CFE-787B-DD4C-A169-E88362EA1644}" presName="hierRoot2" presStyleCnt="0">
        <dgm:presLayoutVars>
          <dgm:hierBranch val="init"/>
        </dgm:presLayoutVars>
      </dgm:prSet>
      <dgm:spPr/>
    </dgm:pt>
    <dgm:pt modelId="{A9E707E9-ED7B-F042-9BA0-9B069E730E9C}" type="pres">
      <dgm:prSet presAssocID="{C4E70CFE-787B-DD4C-A169-E88362EA1644}" presName="rootComposite" presStyleCnt="0"/>
      <dgm:spPr/>
    </dgm:pt>
    <dgm:pt modelId="{3856B5D9-57AA-2F4D-BC56-5E17D7DCFD9D}" type="pres">
      <dgm:prSet presAssocID="{C4E70CFE-787B-DD4C-A169-E88362EA1644}" presName="rootText" presStyleLbl="node2" presStyleIdx="2" presStyleCnt="4">
        <dgm:presLayoutVars>
          <dgm:chPref val="3"/>
        </dgm:presLayoutVars>
      </dgm:prSet>
      <dgm:spPr/>
    </dgm:pt>
    <dgm:pt modelId="{4D5F6EBB-52A8-EA49-9BB4-95C78C755C98}" type="pres">
      <dgm:prSet presAssocID="{C4E70CFE-787B-DD4C-A169-E88362EA1644}" presName="rootConnector" presStyleLbl="node2" presStyleIdx="2" presStyleCnt="4"/>
      <dgm:spPr/>
    </dgm:pt>
    <dgm:pt modelId="{F0E7678A-467A-ED4F-8083-0E44032970C7}" type="pres">
      <dgm:prSet presAssocID="{C4E70CFE-787B-DD4C-A169-E88362EA1644}" presName="hierChild4" presStyleCnt="0"/>
      <dgm:spPr/>
    </dgm:pt>
    <dgm:pt modelId="{97D043BA-F485-3A42-B37A-A45D562BFC64}" type="pres">
      <dgm:prSet presAssocID="{0C9B8537-19E5-B042-B51E-6C91397E138A}" presName="Name37" presStyleLbl="parChTrans1D3" presStyleIdx="6" presStyleCnt="12"/>
      <dgm:spPr/>
    </dgm:pt>
    <dgm:pt modelId="{8F6C1744-95A5-E141-B1F0-9353D4C4474B}" type="pres">
      <dgm:prSet presAssocID="{02F0CF91-8124-EC41-9A25-69CB3C58E489}" presName="hierRoot2" presStyleCnt="0">
        <dgm:presLayoutVars>
          <dgm:hierBranch val="init"/>
        </dgm:presLayoutVars>
      </dgm:prSet>
      <dgm:spPr/>
    </dgm:pt>
    <dgm:pt modelId="{1F9C4A7D-0889-1542-8E69-CBC36D391E4F}" type="pres">
      <dgm:prSet presAssocID="{02F0CF91-8124-EC41-9A25-69CB3C58E489}" presName="rootComposite" presStyleCnt="0"/>
      <dgm:spPr/>
    </dgm:pt>
    <dgm:pt modelId="{9CA0242D-AB72-1B40-9E0B-6B6501A6D36F}" type="pres">
      <dgm:prSet presAssocID="{02F0CF91-8124-EC41-9A25-69CB3C58E489}" presName="rootText" presStyleLbl="node3" presStyleIdx="6" presStyleCnt="12">
        <dgm:presLayoutVars>
          <dgm:chPref val="3"/>
        </dgm:presLayoutVars>
      </dgm:prSet>
      <dgm:spPr/>
    </dgm:pt>
    <dgm:pt modelId="{E99BD300-EF63-9948-976D-0CF2D7F04A8C}" type="pres">
      <dgm:prSet presAssocID="{02F0CF91-8124-EC41-9A25-69CB3C58E489}" presName="rootConnector" presStyleLbl="node3" presStyleIdx="6" presStyleCnt="12"/>
      <dgm:spPr/>
    </dgm:pt>
    <dgm:pt modelId="{6190F32A-C0BE-4F4D-9CB0-204A0F2ADD9B}" type="pres">
      <dgm:prSet presAssocID="{02F0CF91-8124-EC41-9A25-69CB3C58E489}" presName="hierChild4" presStyleCnt="0"/>
      <dgm:spPr/>
    </dgm:pt>
    <dgm:pt modelId="{8143745F-667D-1848-86A5-61E0766F81F0}" type="pres">
      <dgm:prSet presAssocID="{02F0CF91-8124-EC41-9A25-69CB3C58E489}" presName="hierChild5" presStyleCnt="0"/>
      <dgm:spPr/>
    </dgm:pt>
    <dgm:pt modelId="{F0AB9FDC-589E-184C-BBA0-4828E9C7B3F5}" type="pres">
      <dgm:prSet presAssocID="{B2BEFB14-5935-9C41-B4AF-57AA90A522FA}" presName="Name37" presStyleLbl="parChTrans1D3" presStyleIdx="7" presStyleCnt="12"/>
      <dgm:spPr/>
    </dgm:pt>
    <dgm:pt modelId="{CABD1A8B-2DF9-EE4D-B78A-926A63C4B229}" type="pres">
      <dgm:prSet presAssocID="{BE9B5BE9-FB17-3049-A863-F58B20DBB129}" presName="hierRoot2" presStyleCnt="0">
        <dgm:presLayoutVars>
          <dgm:hierBranch val="init"/>
        </dgm:presLayoutVars>
      </dgm:prSet>
      <dgm:spPr/>
    </dgm:pt>
    <dgm:pt modelId="{E75BE068-1B49-964F-85EA-D16623BBA90F}" type="pres">
      <dgm:prSet presAssocID="{BE9B5BE9-FB17-3049-A863-F58B20DBB129}" presName="rootComposite" presStyleCnt="0"/>
      <dgm:spPr/>
    </dgm:pt>
    <dgm:pt modelId="{B5F42C35-0833-CA41-83C3-29A41F7BF946}" type="pres">
      <dgm:prSet presAssocID="{BE9B5BE9-FB17-3049-A863-F58B20DBB129}" presName="rootText" presStyleLbl="node3" presStyleIdx="7" presStyleCnt="12">
        <dgm:presLayoutVars>
          <dgm:chPref val="3"/>
        </dgm:presLayoutVars>
      </dgm:prSet>
      <dgm:spPr>
        <a:xfrm>
          <a:off x="4522686" y="2774466"/>
          <a:ext cx="1301733" cy="650866"/>
        </a:xfrm>
        <a:prstGeom prst="rect">
          <a:avLst/>
        </a:prstGeom>
      </dgm:spPr>
    </dgm:pt>
    <dgm:pt modelId="{C989ADDF-38F5-2C47-878B-4B873890C484}" type="pres">
      <dgm:prSet presAssocID="{BE9B5BE9-FB17-3049-A863-F58B20DBB129}" presName="rootConnector" presStyleLbl="node3" presStyleIdx="7" presStyleCnt="12"/>
      <dgm:spPr/>
    </dgm:pt>
    <dgm:pt modelId="{B0A2E8D9-3D22-4E42-A76E-BDA1737BC7F1}" type="pres">
      <dgm:prSet presAssocID="{BE9B5BE9-FB17-3049-A863-F58B20DBB129}" presName="hierChild4" presStyleCnt="0"/>
      <dgm:spPr/>
    </dgm:pt>
    <dgm:pt modelId="{4405B3C5-BAF0-1442-838A-5A0F3DFC7EC5}" type="pres">
      <dgm:prSet presAssocID="{BE9B5BE9-FB17-3049-A863-F58B20DBB129}" presName="hierChild5" presStyleCnt="0"/>
      <dgm:spPr/>
    </dgm:pt>
    <dgm:pt modelId="{D853EF29-5940-0048-BE61-7B42C478CBE1}" type="pres">
      <dgm:prSet presAssocID="{FE50A543-E971-E349-BDE1-1EE668E773B2}" presName="Name37" presStyleLbl="parChTrans1D3" presStyleIdx="8" presStyleCnt="12"/>
      <dgm:spPr/>
    </dgm:pt>
    <dgm:pt modelId="{1E95B18E-748B-0F40-A53A-185658C04B0E}" type="pres">
      <dgm:prSet presAssocID="{0C042B71-0923-2547-B23C-7ED585EE23A3}" presName="hierRoot2" presStyleCnt="0">
        <dgm:presLayoutVars>
          <dgm:hierBranch val="init"/>
        </dgm:presLayoutVars>
      </dgm:prSet>
      <dgm:spPr/>
    </dgm:pt>
    <dgm:pt modelId="{D132502B-BCDA-9C44-A61E-0A632DB9DEBE}" type="pres">
      <dgm:prSet presAssocID="{0C042B71-0923-2547-B23C-7ED585EE23A3}" presName="rootComposite" presStyleCnt="0"/>
      <dgm:spPr/>
    </dgm:pt>
    <dgm:pt modelId="{5F9D470D-2E93-1A4F-A151-DB3503B42AC1}" type="pres">
      <dgm:prSet presAssocID="{0C042B71-0923-2547-B23C-7ED585EE23A3}" presName="rootText" presStyleLbl="node3" presStyleIdx="8" presStyleCnt="12">
        <dgm:presLayoutVars>
          <dgm:chPref val="3"/>
        </dgm:presLayoutVars>
      </dgm:prSet>
      <dgm:spPr/>
    </dgm:pt>
    <dgm:pt modelId="{DED0E13F-6011-354E-AAE0-96EE93BD4BCB}" type="pres">
      <dgm:prSet presAssocID="{0C042B71-0923-2547-B23C-7ED585EE23A3}" presName="rootConnector" presStyleLbl="node3" presStyleIdx="8" presStyleCnt="12"/>
      <dgm:spPr/>
    </dgm:pt>
    <dgm:pt modelId="{4D41ECE1-55F6-6B41-8C87-4DDBC0A9527F}" type="pres">
      <dgm:prSet presAssocID="{0C042B71-0923-2547-B23C-7ED585EE23A3}" presName="hierChild4" presStyleCnt="0"/>
      <dgm:spPr/>
    </dgm:pt>
    <dgm:pt modelId="{6B1CED92-88CF-6A4A-B766-F391C9536ADB}" type="pres">
      <dgm:prSet presAssocID="{0C042B71-0923-2547-B23C-7ED585EE23A3}" presName="hierChild5" presStyleCnt="0"/>
      <dgm:spPr/>
    </dgm:pt>
    <dgm:pt modelId="{5EA89A45-F803-4A46-AA65-768F3E6DB923}" type="pres">
      <dgm:prSet presAssocID="{C4E70CFE-787B-DD4C-A169-E88362EA1644}" presName="hierChild5" presStyleCnt="0"/>
      <dgm:spPr/>
    </dgm:pt>
    <dgm:pt modelId="{89A41B80-14D7-2443-88A1-A7907013552A}" type="pres">
      <dgm:prSet presAssocID="{9CB8F260-79F1-CE4A-9FA8-99E9F1BE867B}" presName="Name37" presStyleLbl="parChTrans1D2" presStyleIdx="3" presStyleCnt="4"/>
      <dgm:spPr/>
    </dgm:pt>
    <dgm:pt modelId="{437CD625-EC36-E642-8962-ECD230AFB9D2}" type="pres">
      <dgm:prSet presAssocID="{4C749A2A-4F8A-4344-BD8A-5B145FF9724F}" presName="hierRoot2" presStyleCnt="0">
        <dgm:presLayoutVars>
          <dgm:hierBranch val="init"/>
        </dgm:presLayoutVars>
      </dgm:prSet>
      <dgm:spPr/>
    </dgm:pt>
    <dgm:pt modelId="{72D08115-55E5-B248-A5C0-EC0A971A2D9F}" type="pres">
      <dgm:prSet presAssocID="{4C749A2A-4F8A-4344-BD8A-5B145FF9724F}" presName="rootComposite" presStyleCnt="0"/>
      <dgm:spPr/>
    </dgm:pt>
    <dgm:pt modelId="{05DF9195-C624-BF4B-AA8A-31F4470AD518}" type="pres">
      <dgm:prSet presAssocID="{4C749A2A-4F8A-4344-BD8A-5B145FF9724F}" presName="rootText" presStyleLbl="node2" presStyleIdx="3" presStyleCnt="4">
        <dgm:presLayoutVars>
          <dgm:chPref val="3"/>
        </dgm:presLayoutVars>
      </dgm:prSet>
      <dgm:spPr>
        <a:xfrm>
          <a:off x="5500881" y="763874"/>
          <a:ext cx="1073608" cy="536804"/>
        </a:xfrm>
        <a:prstGeom prst="rect">
          <a:avLst/>
        </a:prstGeom>
      </dgm:spPr>
    </dgm:pt>
    <dgm:pt modelId="{EE1BADF2-CCB8-6444-AE00-D2E28DEAA876}" type="pres">
      <dgm:prSet presAssocID="{4C749A2A-4F8A-4344-BD8A-5B145FF9724F}" presName="rootConnector" presStyleLbl="node2" presStyleIdx="3" presStyleCnt="4"/>
      <dgm:spPr/>
    </dgm:pt>
    <dgm:pt modelId="{13AC6732-CAE9-ED48-A165-789264403B84}" type="pres">
      <dgm:prSet presAssocID="{4C749A2A-4F8A-4344-BD8A-5B145FF9724F}" presName="hierChild4" presStyleCnt="0"/>
      <dgm:spPr/>
    </dgm:pt>
    <dgm:pt modelId="{5A561D9C-6FF4-2D4D-AAD5-1B8EDDE0E211}" type="pres">
      <dgm:prSet presAssocID="{6514C3FA-C101-5A4E-9CC7-6510BB97E6DE}" presName="Name37" presStyleLbl="parChTrans1D3" presStyleIdx="9" presStyleCnt="12"/>
      <dgm:spPr/>
    </dgm:pt>
    <dgm:pt modelId="{CA52AD83-8DB5-B146-A0A6-CB23B7EBD3C5}" type="pres">
      <dgm:prSet presAssocID="{13BF24AD-60EE-D742-9990-C37E55094BEC}" presName="hierRoot2" presStyleCnt="0">
        <dgm:presLayoutVars>
          <dgm:hierBranch val="init"/>
        </dgm:presLayoutVars>
      </dgm:prSet>
      <dgm:spPr/>
    </dgm:pt>
    <dgm:pt modelId="{C370E19E-11CF-9741-B8C3-60947DAFA009}" type="pres">
      <dgm:prSet presAssocID="{13BF24AD-60EE-D742-9990-C37E55094BEC}" presName="rootComposite" presStyleCnt="0"/>
      <dgm:spPr/>
    </dgm:pt>
    <dgm:pt modelId="{183D34E5-9A2F-A743-A8A5-F2E99BB2365A}" type="pres">
      <dgm:prSet presAssocID="{13BF24AD-60EE-D742-9990-C37E55094BEC}" presName="rootText" presStyleLbl="node3" presStyleIdx="9" presStyleCnt="12">
        <dgm:presLayoutVars>
          <dgm:chPref val="3"/>
        </dgm:presLayoutVars>
      </dgm:prSet>
      <dgm:spPr>
        <a:xfrm>
          <a:off x="5769283" y="1526136"/>
          <a:ext cx="1073608" cy="536804"/>
        </a:xfrm>
        <a:prstGeom prst="rect">
          <a:avLst/>
        </a:prstGeom>
      </dgm:spPr>
    </dgm:pt>
    <dgm:pt modelId="{20C5D1BB-93C4-B64D-AE45-97B1A533D91C}" type="pres">
      <dgm:prSet presAssocID="{13BF24AD-60EE-D742-9990-C37E55094BEC}" presName="rootConnector" presStyleLbl="node3" presStyleIdx="9" presStyleCnt="12"/>
      <dgm:spPr/>
    </dgm:pt>
    <dgm:pt modelId="{C3AD2CDE-8B9D-294C-AB2C-72120BE3059B}" type="pres">
      <dgm:prSet presAssocID="{13BF24AD-60EE-D742-9990-C37E55094BEC}" presName="hierChild4" presStyleCnt="0"/>
      <dgm:spPr/>
    </dgm:pt>
    <dgm:pt modelId="{2A3F6652-784E-CB48-8F16-72D9405663A3}" type="pres">
      <dgm:prSet presAssocID="{13BF24AD-60EE-D742-9990-C37E55094BEC}" presName="hierChild5" presStyleCnt="0"/>
      <dgm:spPr/>
    </dgm:pt>
    <dgm:pt modelId="{375C9D02-BD9C-954E-950E-F2A97E1197D5}" type="pres">
      <dgm:prSet presAssocID="{78C3177A-07BF-5F4D-B07F-FBE77165E7EB}" presName="Name37" presStyleLbl="parChTrans1D3" presStyleIdx="10" presStyleCnt="12"/>
      <dgm:spPr/>
    </dgm:pt>
    <dgm:pt modelId="{C27D2498-2FAC-7840-9A2B-E525FD1A3AA9}" type="pres">
      <dgm:prSet presAssocID="{2E116487-51F5-3049-BB04-F79D0F6A202F}" presName="hierRoot2" presStyleCnt="0">
        <dgm:presLayoutVars>
          <dgm:hierBranch val="init"/>
        </dgm:presLayoutVars>
      </dgm:prSet>
      <dgm:spPr/>
    </dgm:pt>
    <dgm:pt modelId="{3204BA9C-F28F-A44E-8EAA-4341321815EE}" type="pres">
      <dgm:prSet presAssocID="{2E116487-51F5-3049-BB04-F79D0F6A202F}" presName="rootComposite" presStyleCnt="0"/>
      <dgm:spPr/>
    </dgm:pt>
    <dgm:pt modelId="{49ED93F1-9B12-104A-8FFC-B4148C0AC09A}" type="pres">
      <dgm:prSet presAssocID="{2E116487-51F5-3049-BB04-F79D0F6A202F}" presName="rootText" presStyleLbl="node3" presStyleIdx="10" presStyleCnt="12">
        <dgm:presLayoutVars>
          <dgm:chPref val="3"/>
        </dgm:presLayoutVars>
      </dgm:prSet>
      <dgm:spPr>
        <a:xfrm>
          <a:off x="5769283" y="2288397"/>
          <a:ext cx="1073608" cy="536804"/>
        </a:xfrm>
        <a:prstGeom prst="rect">
          <a:avLst/>
        </a:prstGeom>
      </dgm:spPr>
    </dgm:pt>
    <dgm:pt modelId="{49D95D63-EF35-E24D-A60E-3CF6E3E58A0B}" type="pres">
      <dgm:prSet presAssocID="{2E116487-51F5-3049-BB04-F79D0F6A202F}" presName="rootConnector" presStyleLbl="node3" presStyleIdx="10" presStyleCnt="12"/>
      <dgm:spPr/>
    </dgm:pt>
    <dgm:pt modelId="{8D3ECF15-8DFE-2441-8735-737E96B35B2E}" type="pres">
      <dgm:prSet presAssocID="{2E116487-51F5-3049-BB04-F79D0F6A202F}" presName="hierChild4" presStyleCnt="0"/>
      <dgm:spPr/>
    </dgm:pt>
    <dgm:pt modelId="{F0175DF8-7830-8544-96A8-68BC74037C95}" type="pres">
      <dgm:prSet presAssocID="{2E116487-51F5-3049-BB04-F79D0F6A202F}" presName="hierChild5" presStyleCnt="0"/>
      <dgm:spPr/>
    </dgm:pt>
    <dgm:pt modelId="{7B6C085B-F4E7-5C41-82A9-EC78F238545F}" type="pres">
      <dgm:prSet presAssocID="{905E0B22-0EBE-9741-B290-914AA1E9108C}" presName="Name37" presStyleLbl="parChTrans1D3" presStyleIdx="11" presStyleCnt="12"/>
      <dgm:spPr/>
    </dgm:pt>
    <dgm:pt modelId="{42C80907-CD8D-D840-8F3D-78257FF43BE4}" type="pres">
      <dgm:prSet presAssocID="{8C80F96B-F9BC-6841-8498-C51D7900AF94}" presName="hierRoot2" presStyleCnt="0">
        <dgm:presLayoutVars>
          <dgm:hierBranch val="init"/>
        </dgm:presLayoutVars>
      </dgm:prSet>
      <dgm:spPr/>
    </dgm:pt>
    <dgm:pt modelId="{B65829C7-442C-7D4D-BA28-A405E6D5B86B}" type="pres">
      <dgm:prSet presAssocID="{8C80F96B-F9BC-6841-8498-C51D7900AF94}" presName="rootComposite" presStyleCnt="0"/>
      <dgm:spPr/>
    </dgm:pt>
    <dgm:pt modelId="{A4A35E8B-1CCA-534E-BB27-D5BAF397E36D}" type="pres">
      <dgm:prSet presAssocID="{8C80F96B-F9BC-6841-8498-C51D7900AF94}" presName="rootText" presStyleLbl="node3" presStyleIdx="11" presStyleCnt="12">
        <dgm:presLayoutVars>
          <dgm:chPref val="3"/>
        </dgm:presLayoutVars>
      </dgm:prSet>
      <dgm:spPr/>
    </dgm:pt>
    <dgm:pt modelId="{F4BA1DCD-BD2A-C84A-B438-E4C211AD50BC}" type="pres">
      <dgm:prSet presAssocID="{8C80F96B-F9BC-6841-8498-C51D7900AF94}" presName="rootConnector" presStyleLbl="node3" presStyleIdx="11" presStyleCnt="12"/>
      <dgm:spPr/>
    </dgm:pt>
    <dgm:pt modelId="{2A63A85F-4AA4-5A41-9396-80624B500300}" type="pres">
      <dgm:prSet presAssocID="{8C80F96B-F9BC-6841-8498-C51D7900AF94}" presName="hierChild4" presStyleCnt="0"/>
      <dgm:spPr/>
    </dgm:pt>
    <dgm:pt modelId="{EA2CACAB-A8B0-F241-B446-A286D7D7C151}" type="pres">
      <dgm:prSet presAssocID="{8C80F96B-F9BC-6841-8498-C51D7900AF94}" presName="hierChild5" presStyleCnt="0"/>
      <dgm:spPr/>
    </dgm:pt>
    <dgm:pt modelId="{34251A62-31B3-8247-BCE4-069E50426A93}" type="pres">
      <dgm:prSet presAssocID="{4C749A2A-4F8A-4344-BD8A-5B145FF9724F}" presName="hierChild5" presStyleCnt="0"/>
      <dgm:spPr/>
    </dgm:pt>
    <dgm:pt modelId="{8EED106A-8A8F-0045-B156-2A5C5B9107F9}" type="pres">
      <dgm:prSet presAssocID="{99AF803C-C935-7D4F-B412-B037E709BF3B}" presName="hierChild3" presStyleCnt="0"/>
      <dgm:spPr/>
    </dgm:pt>
  </dgm:ptLst>
  <dgm:cxnLst>
    <dgm:cxn modelId="{996B9D01-EB76-194C-9334-CCA634508643}" type="presOf" srcId="{1A03B561-FF95-3B42-B502-FB51ADC4004F}" destId="{10EC097E-C088-3548-A227-78CEAF79AF9A}" srcOrd="0" destOrd="0" presId="urn:microsoft.com/office/officeart/2005/8/layout/orgChart1"/>
    <dgm:cxn modelId="{42EF1602-BE97-634C-AFA6-B6DA4F404858}" type="presOf" srcId="{3574244C-8085-1047-8DCD-F4DD84F950B0}" destId="{3CB410B5-B416-7849-B459-5A962C9E8CAE}" srcOrd="0" destOrd="0" presId="urn:microsoft.com/office/officeart/2005/8/layout/orgChart1"/>
    <dgm:cxn modelId="{F5EC5B03-F376-3B47-B780-07E5BFD98C75}" srcId="{4C749A2A-4F8A-4344-BD8A-5B145FF9724F}" destId="{13BF24AD-60EE-D742-9990-C37E55094BEC}" srcOrd="0" destOrd="0" parTransId="{6514C3FA-C101-5A4E-9CC7-6510BB97E6DE}" sibTransId="{217F165A-8319-2F4C-86B3-A50B72AB12C6}"/>
    <dgm:cxn modelId="{30EEAF0F-29B4-C545-9031-D37A63F6961B}" srcId="{4C749A2A-4F8A-4344-BD8A-5B145FF9724F}" destId="{2E116487-51F5-3049-BB04-F79D0F6A202F}" srcOrd="1" destOrd="0" parTransId="{78C3177A-07BF-5F4D-B07F-FBE77165E7EB}" sibTransId="{52A0564F-05C2-8740-93E6-6D4B7D0A91C8}"/>
    <dgm:cxn modelId="{1EBC6C10-2481-E348-B64E-6DEE6A3E4018}" type="presOf" srcId="{20E05D4E-98E9-E24C-ABB9-4885743272E0}" destId="{06395E12-08EB-C642-A2A2-1B2FCE15A2D0}" srcOrd="0" destOrd="0" presId="urn:microsoft.com/office/officeart/2005/8/layout/orgChart1"/>
    <dgm:cxn modelId="{572D9B1D-CF4B-824C-9B2A-ED98D4F94EAA}" srcId="{C4E70CFE-787B-DD4C-A169-E88362EA1644}" destId="{02F0CF91-8124-EC41-9A25-69CB3C58E489}" srcOrd="0" destOrd="0" parTransId="{0C9B8537-19E5-B042-B51E-6C91397E138A}" sibTransId="{C6621571-42BA-DA4A-8F5C-41F77F9033B3}"/>
    <dgm:cxn modelId="{4B82AB20-1355-314B-B33E-2AA99B318BC4}" type="presOf" srcId="{BE9B5BE9-FB17-3049-A863-F58B20DBB129}" destId="{C989ADDF-38F5-2C47-878B-4B873890C484}" srcOrd="1" destOrd="0" presId="urn:microsoft.com/office/officeart/2005/8/layout/orgChart1"/>
    <dgm:cxn modelId="{2E83B421-A52C-D549-8182-BCEC96B62DF5}" type="presOf" srcId="{70835A8D-3044-414D-B196-A92445686440}" destId="{2DEFAA7D-5F4C-4B4A-852C-591FF258C4BC}" srcOrd="1" destOrd="0" presId="urn:microsoft.com/office/officeart/2005/8/layout/orgChart1"/>
    <dgm:cxn modelId="{55282E24-FDE9-2C47-98DE-4EFAF96A4B26}" type="presOf" srcId="{60F15EA2-3AB4-E040-ADC1-5801CCE9606D}" destId="{98EF5ED1-DAEC-3C47-A9F0-FE1B6B900A99}" srcOrd="0" destOrd="0" presId="urn:microsoft.com/office/officeart/2005/8/layout/orgChart1"/>
    <dgm:cxn modelId="{C17D6024-DED4-0E47-B63E-5CFCE0E0A8A2}" type="presOf" srcId="{FE50A543-E971-E349-BDE1-1EE668E773B2}" destId="{D853EF29-5940-0048-BE61-7B42C478CBE1}" srcOrd="0" destOrd="0" presId="urn:microsoft.com/office/officeart/2005/8/layout/orgChart1"/>
    <dgm:cxn modelId="{B54D7C2E-49F8-2047-85F4-ED3999965060}" type="presOf" srcId="{BE9B5BE9-FB17-3049-A863-F58B20DBB129}" destId="{B5F42C35-0833-CA41-83C3-29A41F7BF946}" srcOrd="0" destOrd="0" presId="urn:microsoft.com/office/officeart/2005/8/layout/orgChart1"/>
    <dgm:cxn modelId="{7013BE30-A196-FF46-B906-395F15B4697C}" type="presOf" srcId="{02F0CF91-8124-EC41-9A25-69CB3C58E489}" destId="{E99BD300-EF63-9948-976D-0CF2D7F04A8C}" srcOrd="1" destOrd="0" presId="urn:microsoft.com/office/officeart/2005/8/layout/orgChart1"/>
    <dgm:cxn modelId="{BBBAC932-FEAB-BF45-8B1F-FC8A5C03674B}" type="presOf" srcId="{D426C5D3-A43D-1B4D-9044-1B11E4CDF164}" destId="{44D91E12-C830-5042-95BD-DE100E863AEC}" srcOrd="0" destOrd="0" presId="urn:microsoft.com/office/officeart/2005/8/layout/orgChart1"/>
    <dgm:cxn modelId="{3240CA32-970D-704F-BA19-FC6536BF90FF}" type="presOf" srcId="{99AF803C-C935-7D4F-B412-B037E709BF3B}" destId="{F48BE325-B0F2-DA4C-9590-32E1E49035E5}" srcOrd="1" destOrd="0" presId="urn:microsoft.com/office/officeart/2005/8/layout/orgChart1"/>
    <dgm:cxn modelId="{D0595D3C-ADB2-5C4E-B429-2AADCC48A8B1}" type="presOf" srcId="{0F11A655-1027-D84C-A363-B6A141A602B5}" destId="{57F2F2F1-DECF-A044-B0A4-203A150C93AF}" srcOrd="0" destOrd="0" presId="urn:microsoft.com/office/officeart/2005/8/layout/orgChart1"/>
    <dgm:cxn modelId="{0E43923C-BC76-0E4F-9ECF-F2294491548B}" type="presOf" srcId="{0C042B71-0923-2547-B23C-7ED585EE23A3}" destId="{5F9D470D-2E93-1A4F-A151-DB3503B42AC1}" srcOrd="0" destOrd="0" presId="urn:microsoft.com/office/officeart/2005/8/layout/orgChart1"/>
    <dgm:cxn modelId="{6745923C-91F2-2147-8C39-7FC799AA0F95}" srcId="{0F11A655-1027-D84C-A363-B6A141A602B5}" destId="{FDB830E1-9116-A744-8567-B1CCDE622A6C}" srcOrd="0" destOrd="0" parTransId="{60F15EA2-3AB4-E040-ADC1-5801CCE9606D}" sibTransId="{CE4FA64F-C7D6-E846-A42A-362FB4FB73C3}"/>
    <dgm:cxn modelId="{29E59644-49D6-0E4C-9CF6-0D08870363C9}" type="presOf" srcId="{B2BEFB14-5935-9C41-B4AF-57AA90A522FA}" destId="{F0AB9FDC-589E-184C-BBA0-4828E9C7B3F5}" srcOrd="0" destOrd="0" presId="urn:microsoft.com/office/officeart/2005/8/layout/orgChart1"/>
    <dgm:cxn modelId="{311E8C4B-9028-E944-BD79-FEDEE82D4D61}" srcId="{0F11A655-1027-D84C-A363-B6A141A602B5}" destId="{20E05D4E-98E9-E24C-ABB9-4885743272E0}" srcOrd="1" destOrd="0" parTransId="{B5A8548A-BDE5-1A48-BACF-30D3A7AADA22}" sibTransId="{07335A66-D010-5049-A8C6-BB10E6973D13}"/>
    <dgm:cxn modelId="{52DF884C-2743-FE42-A886-E6BB390EC2DF}" type="presOf" srcId="{70835A8D-3044-414D-B196-A92445686440}" destId="{9BD1E258-8689-464A-A587-4EB3F5827A63}" srcOrd="0" destOrd="0" presId="urn:microsoft.com/office/officeart/2005/8/layout/orgChart1"/>
    <dgm:cxn modelId="{A253384F-482F-724C-95EB-06FB757BE22A}" type="presOf" srcId="{C4E70CFE-787B-DD4C-A169-E88362EA1644}" destId="{4D5F6EBB-52A8-EA49-9BB4-95C78C755C98}" srcOrd="1" destOrd="0" presId="urn:microsoft.com/office/officeart/2005/8/layout/orgChart1"/>
    <dgm:cxn modelId="{3CD8AD51-AD3D-784A-857E-BFAE08E56786}" srcId="{6FE3417F-F91D-D644-AF7D-338F6D3CA7FD}" destId="{70835A8D-3044-414D-B196-A92445686440}" srcOrd="1" destOrd="0" parTransId="{D426C5D3-A43D-1B4D-9044-1B11E4CDF164}" sibTransId="{D0F385AC-4114-7E40-B65B-F861DD835B70}"/>
    <dgm:cxn modelId="{20C56553-A1D2-FC48-A7A0-ECD2F0773893}" type="presOf" srcId="{20E05D4E-98E9-E24C-ABB9-4885743272E0}" destId="{95E603AB-EF2D-684E-B0E1-8417DFD08B2F}" srcOrd="1" destOrd="0" presId="urn:microsoft.com/office/officeart/2005/8/layout/orgChart1"/>
    <dgm:cxn modelId="{71546853-E175-774E-BF15-88331A2139C8}" type="presOf" srcId="{FDB830E1-9116-A744-8567-B1CCDE622A6C}" destId="{841664F3-105E-A944-8889-EB0FF1050B57}" srcOrd="1" destOrd="0" presId="urn:microsoft.com/office/officeart/2005/8/layout/orgChart1"/>
    <dgm:cxn modelId="{D7F9765E-DA68-3F41-BF37-8FF490F5999C}" type="presOf" srcId="{42394E76-EF2A-4143-B166-737AF9634EE2}" destId="{0BE51898-DC41-8F4A-A169-E72F348BC634}" srcOrd="1" destOrd="0" presId="urn:microsoft.com/office/officeart/2005/8/layout/orgChart1"/>
    <dgm:cxn modelId="{2558F45E-976E-014F-87B4-8C1A43FEE39F}" srcId="{6FE3417F-F91D-D644-AF7D-338F6D3CA7FD}" destId="{8914EC3B-4275-B441-ADD2-D7B06D735F07}" srcOrd="0" destOrd="0" parTransId="{03061AB2-7F42-A847-9D1C-6178F97CBFEC}" sibTransId="{EC7909EF-E8EE-C64B-90CC-EBA3F4F8FB7C}"/>
    <dgm:cxn modelId="{D67F2D60-CF4A-3046-9DCD-08431D9AC1CD}" type="presOf" srcId="{C4E70CFE-787B-DD4C-A169-E88362EA1644}" destId="{3856B5D9-57AA-2F4D-BC56-5E17D7DCFD9D}" srcOrd="0" destOrd="0" presId="urn:microsoft.com/office/officeart/2005/8/layout/orgChart1"/>
    <dgm:cxn modelId="{91303560-8207-FE41-B092-C49F3A4669F2}" srcId="{99AF803C-C935-7D4F-B412-B037E709BF3B}" destId="{6FE3417F-F91D-D644-AF7D-338F6D3CA7FD}" srcOrd="0" destOrd="0" parTransId="{CC4E38D3-1D78-B145-880E-CF8A469C0C7A}" sibTransId="{E8DCD18C-249B-AB4D-A68A-D3962FD39D16}"/>
    <dgm:cxn modelId="{FFCCD067-755E-0443-89A6-AE027CDFE42E}" srcId="{C4E70CFE-787B-DD4C-A169-E88362EA1644}" destId="{BE9B5BE9-FB17-3049-A863-F58B20DBB129}" srcOrd="1" destOrd="0" parTransId="{B2BEFB14-5935-9C41-B4AF-57AA90A522FA}" sibTransId="{4248A0D4-5DF3-4E45-8145-B60C362D456B}"/>
    <dgm:cxn modelId="{4BD3CD75-C387-5442-9305-F417D7C7271F}" type="presOf" srcId="{0C042B71-0923-2547-B23C-7ED585EE23A3}" destId="{DED0E13F-6011-354E-AAE0-96EE93BD4BCB}" srcOrd="1" destOrd="0" presId="urn:microsoft.com/office/officeart/2005/8/layout/orgChart1"/>
    <dgm:cxn modelId="{B8FE2377-06D5-4540-9E54-568C37A45A9C}" srcId="{93074DCF-CBC6-FB49-BD1F-49034690B770}" destId="{99AF803C-C935-7D4F-B412-B037E709BF3B}" srcOrd="0" destOrd="0" parTransId="{988767BE-A250-C24C-A0FD-83B236774624}" sibTransId="{31891866-28A5-5E40-9FA3-84E288C60473}"/>
    <dgm:cxn modelId="{5C40617C-8823-1045-9F0F-528186CB47EB}" type="presOf" srcId="{CC4E38D3-1D78-B145-880E-CF8A469C0C7A}" destId="{A731BC4F-EE78-524B-B75A-91DBE4DA6D06}" srcOrd="0" destOrd="0" presId="urn:microsoft.com/office/officeart/2005/8/layout/orgChart1"/>
    <dgm:cxn modelId="{DAB44E85-EBFE-784C-89C4-D61121EA5F3E}" type="presOf" srcId="{93074DCF-CBC6-FB49-BD1F-49034690B770}" destId="{706D4285-8E13-EE42-BA94-1FAADDF543B8}" srcOrd="0" destOrd="0" presId="urn:microsoft.com/office/officeart/2005/8/layout/orgChart1"/>
    <dgm:cxn modelId="{5BD79E89-B928-F34C-A6AC-05294B314C64}" type="presOf" srcId="{13BF24AD-60EE-D742-9990-C37E55094BEC}" destId="{183D34E5-9A2F-A743-A8A5-F2E99BB2365A}" srcOrd="0" destOrd="0" presId="urn:microsoft.com/office/officeart/2005/8/layout/orgChart1"/>
    <dgm:cxn modelId="{43CEB58B-0374-EB4B-A70E-E304555EDC53}" type="presOf" srcId="{1A03B561-FF95-3B42-B502-FB51ADC4004F}" destId="{A4EBA3CA-7678-1648-9BAE-ECFB5D274C92}" srcOrd="1" destOrd="0" presId="urn:microsoft.com/office/officeart/2005/8/layout/orgChart1"/>
    <dgm:cxn modelId="{C522668C-D62E-B84D-A855-0F3F2CA03385}" type="presOf" srcId="{6FE3417F-F91D-D644-AF7D-338F6D3CA7FD}" destId="{A1DCC881-6B5A-2748-8DBB-3929CDCBCD66}" srcOrd="0" destOrd="0" presId="urn:microsoft.com/office/officeart/2005/8/layout/orgChart1"/>
    <dgm:cxn modelId="{2EC9D68C-1C6B-BA48-980D-04924312ACBB}" type="presOf" srcId="{8914EC3B-4275-B441-ADD2-D7B06D735F07}" destId="{8F313E30-D575-0F44-90CD-741C1315A02C}" srcOrd="1" destOrd="0" presId="urn:microsoft.com/office/officeart/2005/8/layout/orgChart1"/>
    <dgm:cxn modelId="{964B508E-E49A-5141-BD8A-9894B65969C5}" type="presOf" srcId="{03061AB2-7F42-A847-9D1C-6178F97CBFEC}" destId="{5D90D505-34BA-F345-9D64-69C4C5CF194C}" srcOrd="0" destOrd="0" presId="urn:microsoft.com/office/officeart/2005/8/layout/orgChart1"/>
    <dgm:cxn modelId="{0C72D892-6E0A-E74D-A057-2AA17B0A8B61}" srcId="{99AF803C-C935-7D4F-B412-B037E709BF3B}" destId="{0F11A655-1027-D84C-A363-B6A141A602B5}" srcOrd="1" destOrd="0" parTransId="{0DCF37D1-3272-5E40-AC92-21E2A3DF27AF}" sibTransId="{2568B3CC-7A5C-AA47-94CB-4A05D6B82E38}"/>
    <dgm:cxn modelId="{FD36099C-9176-9F4B-ABB1-3B51841C6DF8}" type="presOf" srcId="{4C749A2A-4F8A-4344-BD8A-5B145FF9724F}" destId="{05DF9195-C624-BF4B-AA8A-31F4470AD518}" srcOrd="0" destOrd="0" presId="urn:microsoft.com/office/officeart/2005/8/layout/orgChart1"/>
    <dgm:cxn modelId="{DCCAC99E-970B-8B49-88AF-DB64163B0336}" type="presOf" srcId="{02F0CF91-8124-EC41-9A25-69CB3C58E489}" destId="{9CA0242D-AB72-1B40-9E0B-6B6501A6D36F}" srcOrd="0" destOrd="0" presId="urn:microsoft.com/office/officeart/2005/8/layout/orgChart1"/>
    <dgm:cxn modelId="{F5BC80A0-0F06-9D4A-9CD1-6281191EF081}" type="presOf" srcId="{0C9B8537-19E5-B042-B51E-6C91397E138A}" destId="{97D043BA-F485-3A42-B37A-A45D562BFC64}" srcOrd="0" destOrd="0" presId="urn:microsoft.com/office/officeart/2005/8/layout/orgChart1"/>
    <dgm:cxn modelId="{CDD98FA4-C0EB-D041-869C-7CF7CA031821}" srcId="{99AF803C-C935-7D4F-B412-B037E709BF3B}" destId="{4C749A2A-4F8A-4344-BD8A-5B145FF9724F}" srcOrd="3" destOrd="0" parTransId="{9CB8F260-79F1-CE4A-9FA8-99E9F1BE867B}" sibTransId="{6B033594-E5BA-2345-BDEB-E89756533197}"/>
    <dgm:cxn modelId="{36372CA5-3BD7-1241-942F-847A5822C0C9}" type="presOf" srcId="{2E116487-51F5-3049-BB04-F79D0F6A202F}" destId="{49D95D63-EF35-E24D-A60E-3CF6E3E58A0B}" srcOrd="1" destOrd="0" presId="urn:microsoft.com/office/officeart/2005/8/layout/orgChart1"/>
    <dgm:cxn modelId="{1ECE5CA6-9680-D045-8D24-6D5B04C2F379}" type="presOf" srcId="{64D358D9-825E-8A48-8B72-08A3352E40A5}" destId="{F0EC5A6C-12AE-6E44-B761-CF66AE16A88B}" srcOrd="0" destOrd="0" presId="urn:microsoft.com/office/officeart/2005/8/layout/orgChart1"/>
    <dgm:cxn modelId="{265EB2A6-111E-9249-8C46-7DE9D8C9184B}" srcId="{4C749A2A-4F8A-4344-BD8A-5B145FF9724F}" destId="{8C80F96B-F9BC-6841-8498-C51D7900AF94}" srcOrd="2" destOrd="0" parTransId="{905E0B22-0EBE-9741-B290-914AA1E9108C}" sibTransId="{179F05F7-A08C-2349-A95D-6DE3B735271F}"/>
    <dgm:cxn modelId="{017FA2AD-679A-D444-AE97-39658E8B685C}" srcId="{C4E70CFE-787B-DD4C-A169-E88362EA1644}" destId="{0C042B71-0923-2547-B23C-7ED585EE23A3}" srcOrd="2" destOrd="0" parTransId="{FE50A543-E971-E349-BDE1-1EE668E773B2}" sibTransId="{8118E194-DB20-D24B-9010-2420E64F6C97}"/>
    <dgm:cxn modelId="{16A2BBB2-5A96-2C46-8BB2-E0D99927B94D}" srcId="{99AF803C-C935-7D4F-B412-B037E709BF3B}" destId="{C4E70CFE-787B-DD4C-A169-E88362EA1644}" srcOrd="2" destOrd="0" parTransId="{3574244C-8085-1047-8DCD-F4DD84F950B0}" sibTransId="{8E0CF893-A3A2-844A-8632-BD676A5E2B89}"/>
    <dgm:cxn modelId="{647244B3-306A-D648-AD65-2D3A154F310B}" type="presOf" srcId="{13BF24AD-60EE-D742-9990-C37E55094BEC}" destId="{20C5D1BB-93C4-B64D-AE45-97B1A533D91C}" srcOrd="1" destOrd="0" presId="urn:microsoft.com/office/officeart/2005/8/layout/orgChart1"/>
    <dgm:cxn modelId="{300B8DB3-B87F-F849-80B5-D4B116D8DF0E}" type="presOf" srcId="{905E0B22-0EBE-9741-B290-914AA1E9108C}" destId="{7B6C085B-F4E7-5C41-82A9-EC78F238545F}" srcOrd="0" destOrd="0" presId="urn:microsoft.com/office/officeart/2005/8/layout/orgChart1"/>
    <dgm:cxn modelId="{F14BE9B8-B0EF-5944-8ED9-651B9B6E7507}" srcId="{0F11A655-1027-D84C-A363-B6A141A602B5}" destId="{1A03B561-FF95-3B42-B502-FB51ADC4004F}" srcOrd="2" destOrd="0" parTransId="{19753DD7-E254-CE41-9100-5960C71E940D}" sibTransId="{E9870684-7034-774A-AA59-EBE59485386B}"/>
    <dgm:cxn modelId="{F568FBBC-2E1F-7542-BCF8-647D352756D8}" type="presOf" srcId="{42394E76-EF2A-4143-B166-737AF9634EE2}" destId="{5B7F08E5-1124-2143-9E15-06A29F73FB9F}" srcOrd="0" destOrd="0" presId="urn:microsoft.com/office/officeart/2005/8/layout/orgChart1"/>
    <dgm:cxn modelId="{EE0706D8-8C7B-6143-83D7-17CA946DE80F}" type="presOf" srcId="{FDB830E1-9116-A744-8567-B1CCDE622A6C}" destId="{A19848DA-1684-694E-8AB2-37795844922E}" srcOrd="0" destOrd="0" presId="urn:microsoft.com/office/officeart/2005/8/layout/orgChart1"/>
    <dgm:cxn modelId="{67A820D9-81CA-464E-B9C8-2D35A6A802EA}" type="presOf" srcId="{0DCF37D1-3272-5E40-AC92-21E2A3DF27AF}" destId="{BF9C65A5-C5F5-0E46-9055-AC2648C002EE}" srcOrd="0" destOrd="0" presId="urn:microsoft.com/office/officeart/2005/8/layout/orgChart1"/>
    <dgm:cxn modelId="{F941AAD9-9783-AE48-A4C4-52D8CA8BD8FE}" type="presOf" srcId="{6514C3FA-C101-5A4E-9CC7-6510BB97E6DE}" destId="{5A561D9C-6FF4-2D4D-AAD5-1B8EDDE0E211}" srcOrd="0" destOrd="0" presId="urn:microsoft.com/office/officeart/2005/8/layout/orgChart1"/>
    <dgm:cxn modelId="{B47A03DB-43CF-5048-BE4C-B2FBD7584263}" type="presOf" srcId="{8C80F96B-F9BC-6841-8498-C51D7900AF94}" destId="{F4BA1DCD-BD2A-C84A-B438-E4C211AD50BC}" srcOrd="1" destOrd="0" presId="urn:microsoft.com/office/officeart/2005/8/layout/orgChart1"/>
    <dgm:cxn modelId="{AF1D39E0-0033-9649-9927-850B8E0248C0}" type="presOf" srcId="{0F11A655-1027-D84C-A363-B6A141A602B5}" destId="{AAE15651-EA49-5848-9172-5839D0C2255A}" srcOrd="1" destOrd="0" presId="urn:microsoft.com/office/officeart/2005/8/layout/orgChart1"/>
    <dgm:cxn modelId="{BA9C11E3-77FB-714C-9693-DB67DACF0121}" srcId="{6FE3417F-F91D-D644-AF7D-338F6D3CA7FD}" destId="{42394E76-EF2A-4143-B166-737AF9634EE2}" srcOrd="2" destOrd="0" parTransId="{64D358D9-825E-8A48-8B72-08A3352E40A5}" sibTransId="{57343CD7-8F1D-D749-BCBA-EA40186B1C0B}"/>
    <dgm:cxn modelId="{513DB2E3-B7D4-3844-BDF0-DB0CFEBC0267}" type="presOf" srcId="{78C3177A-07BF-5F4D-B07F-FBE77165E7EB}" destId="{375C9D02-BD9C-954E-950E-F2A97E1197D5}" srcOrd="0" destOrd="0" presId="urn:microsoft.com/office/officeart/2005/8/layout/orgChart1"/>
    <dgm:cxn modelId="{AB4C00EB-8637-D34F-8266-DEA82CB40B3B}" type="presOf" srcId="{6FE3417F-F91D-D644-AF7D-338F6D3CA7FD}" destId="{3B18D46F-AEB1-E343-B946-B1473EFA9529}" srcOrd="1" destOrd="0" presId="urn:microsoft.com/office/officeart/2005/8/layout/orgChart1"/>
    <dgm:cxn modelId="{5B3003F0-C8B4-AA4D-8012-835F4C80C4DB}" type="presOf" srcId="{8C80F96B-F9BC-6841-8498-C51D7900AF94}" destId="{A4A35E8B-1CCA-534E-BB27-D5BAF397E36D}" srcOrd="0" destOrd="0" presId="urn:microsoft.com/office/officeart/2005/8/layout/orgChart1"/>
    <dgm:cxn modelId="{79587FF0-80A3-6A4E-823A-E5391228A5B6}" type="presOf" srcId="{9CB8F260-79F1-CE4A-9FA8-99E9F1BE867B}" destId="{89A41B80-14D7-2443-88A1-A7907013552A}" srcOrd="0" destOrd="0" presId="urn:microsoft.com/office/officeart/2005/8/layout/orgChart1"/>
    <dgm:cxn modelId="{F6F3B9F2-3855-CF4E-85F4-79A9228BC0CE}" type="presOf" srcId="{2E116487-51F5-3049-BB04-F79D0F6A202F}" destId="{49ED93F1-9B12-104A-8FFC-B4148C0AC09A}" srcOrd="0" destOrd="0" presId="urn:microsoft.com/office/officeart/2005/8/layout/orgChart1"/>
    <dgm:cxn modelId="{D7A85DF3-1605-1E4B-ABA5-76FDF0FAE234}" type="presOf" srcId="{19753DD7-E254-CE41-9100-5960C71E940D}" destId="{312D0D41-5CF4-D342-8F48-0FDFFD86B1F0}" srcOrd="0" destOrd="0" presId="urn:microsoft.com/office/officeart/2005/8/layout/orgChart1"/>
    <dgm:cxn modelId="{4C7D5BF7-BB6A-2D4E-9B3C-B8B1CB5C0C31}" type="presOf" srcId="{B5A8548A-BDE5-1A48-BACF-30D3A7AADA22}" destId="{C387BB6B-C6A7-1140-AB3E-D359B07E2050}" srcOrd="0" destOrd="0" presId="urn:microsoft.com/office/officeart/2005/8/layout/orgChart1"/>
    <dgm:cxn modelId="{E08E67F7-64DB-6A44-A279-750B56D8E2E0}" type="presOf" srcId="{8914EC3B-4275-B441-ADD2-D7B06D735F07}" destId="{6AFC0196-01F6-0240-99F1-2361465AF458}" srcOrd="0" destOrd="0" presId="urn:microsoft.com/office/officeart/2005/8/layout/orgChart1"/>
    <dgm:cxn modelId="{A1BF38F9-70CD-BD49-842D-7B9C0A4E2964}" type="presOf" srcId="{99AF803C-C935-7D4F-B412-B037E709BF3B}" destId="{87CB75FF-A3C9-1C43-83C1-729B235B27AF}" srcOrd="0" destOrd="0" presId="urn:microsoft.com/office/officeart/2005/8/layout/orgChart1"/>
    <dgm:cxn modelId="{BD120FFA-5790-AD43-9484-DCACE84DF1D6}" type="presOf" srcId="{4C749A2A-4F8A-4344-BD8A-5B145FF9724F}" destId="{EE1BADF2-CCB8-6444-AE00-D2E28DEAA876}" srcOrd="1" destOrd="0" presId="urn:microsoft.com/office/officeart/2005/8/layout/orgChart1"/>
    <dgm:cxn modelId="{FFE26B5B-F95F-CC47-85F5-9A16F293ECE0}" type="presParOf" srcId="{706D4285-8E13-EE42-BA94-1FAADDF543B8}" destId="{C5723390-9311-CA4B-8565-44124A2A159E}" srcOrd="0" destOrd="0" presId="urn:microsoft.com/office/officeart/2005/8/layout/orgChart1"/>
    <dgm:cxn modelId="{28284DE7-553B-FD4B-BBB9-29CA300283C0}" type="presParOf" srcId="{C5723390-9311-CA4B-8565-44124A2A159E}" destId="{C9CC2C01-8D29-5D4F-A697-4D3F7F908967}" srcOrd="0" destOrd="0" presId="urn:microsoft.com/office/officeart/2005/8/layout/orgChart1"/>
    <dgm:cxn modelId="{94051C7E-CF34-D843-900E-22163D119B75}" type="presParOf" srcId="{C9CC2C01-8D29-5D4F-A697-4D3F7F908967}" destId="{87CB75FF-A3C9-1C43-83C1-729B235B27AF}" srcOrd="0" destOrd="0" presId="urn:microsoft.com/office/officeart/2005/8/layout/orgChart1"/>
    <dgm:cxn modelId="{C06B0C52-B0C0-7042-8CF9-0573B069365E}" type="presParOf" srcId="{C9CC2C01-8D29-5D4F-A697-4D3F7F908967}" destId="{F48BE325-B0F2-DA4C-9590-32E1E49035E5}" srcOrd="1" destOrd="0" presId="urn:microsoft.com/office/officeart/2005/8/layout/orgChart1"/>
    <dgm:cxn modelId="{1ACB5825-E251-F647-9A43-4B51185F3DD2}" type="presParOf" srcId="{C5723390-9311-CA4B-8565-44124A2A159E}" destId="{5A362BC0-4D08-FF4B-B9FE-8B89008966CD}" srcOrd="1" destOrd="0" presId="urn:microsoft.com/office/officeart/2005/8/layout/orgChart1"/>
    <dgm:cxn modelId="{3FE6802E-BF0A-9E4B-B8FA-8F1DD7A78A21}" type="presParOf" srcId="{5A362BC0-4D08-FF4B-B9FE-8B89008966CD}" destId="{A731BC4F-EE78-524B-B75A-91DBE4DA6D06}" srcOrd="0" destOrd="0" presId="urn:microsoft.com/office/officeart/2005/8/layout/orgChart1"/>
    <dgm:cxn modelId="{90FA6608-D8E7-6D48-A344-775933C178FB}" type="presParOf" srcId="{5A362BC0-4D08-FF4B-B9FE-8B89008966CD}" destId="{A85F6BC3-9428-E244-A0C9-903569EFD05A}" srcOrd="1" destOrd="0" presId="urn:microsoft.com/office/officeart/2005/8/layout/orgChart1"/>
    <dgm:cxn modelId="{7B6EB1D7-8EAF-B742-B803-6B6494251DDD}" type="presParOf" srcId="{A85F6BC3-9428-E244-A0C9-903569EFD05A}" destId="{C1555D06-D38D-1140-8812-90356B38AD95}" srcOrd="0" destOrd="0" presId="urn:microsoft.com/office/officeart/2005/8/layout/orgChart1"/>
    <dgm:cxn modelId="{BCC55C71-47E5-1540-8DF3-DD7DB4F81D2B}" type="presParOf" srcId="{C1555D06-D38D-1140-8812-90356B38AD95}" destId="{A1DCC881-6B5A-2748-8DBB-3929CDCBCD66}" srcOrd="0" destOrd="0" presId="urn:microsoft.com/office/officeart/2005/8/layout/orgChart1"/>
    <dgm:cxn modelId="{23515C70-40A4-FF4E-8F20-351885959B67}" type="presParOf" srcId="{C1555D06-D38D-1140-8812-90356B38AD95}" destId="{3B18D46F-AEB1-E343-B946-B1473EFA9529}" srcOrd="1" destOrd="0" presId="urn:microsoft.com/office/officeart/2005/8/layout/orgChart1"/>
    <dgm:cxn modelId="{BB33547D-6607-B545-ABEB-9CC4F7C5DC52}" type="presParOf" srcId="{A85F6BC3-9428-E244-A0C9-903569EFD05A}" destId="{A9261BAE-5F1D-3E40-9BB1-34D64F820486}" srcOrd="1" destOrd="0" presId="urn:microsoft.com/office/officeart/2005/8/layout/orgChart1"/>
    <dgm:cxn modelId="{88635A14-42D7-6D48-B538-B8ACCD355317}" type="presParOf" srcId="{A9261BAE-5F1D-3E40-9BB1-34D64F820486}" destId="{5D90D505-34BA-F345-9D64-69C4C5CF194C}" srcOrd="0" destOrd="0" presId="urn:microsoft.com/office/officeart/2005/8/layout/orgChart1"/>
    <dgm:cxn modelId="{0E7FD7D0-AFAD-3042-88CC-BB343CEE03DB}" type="presParOf" srcId="{A9261BAE-5F1D-3E40-9BB1-34D64F820486}" destId="{3C003E65-03B1-E24C-A8E3-BEB72C02D3EA}" srcOrd="1" destOrd="0" presId="urn:microsoft.com/office/officeart/2005/8/layout/orgChart1"/>
    <dgm:cxn modelId="{89207F43-E709-2147-9FA0-CD9E21B18B1A}" type="presParOf" srcId="{3C003E65-03B1-E24C-A8E3-BEB72C02D3EA}" destId="{530B02E4-9E97-AA42-8865-0C8FADE16C7D}" srcOrd="0" destOrd="0" presId="urn:microsoft.com/office/officeart/2005/8/layout/orgChart1"/>
    <dgm:cxn modelId="{584665E6-CE8C-A14D-A680-DD5506878A0C}" type="presParOf" srcId="{530B02E4-9E97-AA42-8865-0C8FADE16C7D}" destId="{6AFC0196-01F6-0240-99F1-2361465AF458}" srcOrd="0" destOrd="0" presId="urn:microsoft.com/office/officeart/2005/8/layout/orgChart1"/>
    <dgm:cxn modelId="{227F26A0-2C50-5745-8DDE-321291FA275C}" type="presParOf" srcId="{530B02E4-9E97-AA42-8865-0C8FADE16C7D}" destId="{8F313E30-D575-0F44-90CD-741C1315A02C}" srcOrd="1" destOrd="0" presId="urn:microsoft.com/office/officeart/2005/8/layout/orgChart1"/>
    <dgm:cxn modelId="{40F159D6-1AF9-094B-AD69-433A87E8773B}" type="presParOf" srcId="{3C003E65-03B1-E24C-A8E3-BEB72C02D3EA}" destId="{F34B8FBD-FAB9-084A-A433-1FF1ED59CD3A}" srcOrd="1" destOrd="0" presId="urn:microsoft.com/office/officeart/2005/8/layout/orgChart1"/>
    <dgm:cxn modelId="{9F39D785-2059-B940-B25D-1A116D88FD4E}" type="presParOf" srcId="{3C003E65-03B1-E24C-A8E3-BEB72C02D3EA}" destId="{3A4C5BF0-6976-204C-9D8A-FE4AE59896F7}" srcOrd="2" destOrd="0" presId="urn:microsoft.com/office/officeart/2005/8/layout/orgChart1"/>
    <dgm:cxn modelId="{0C6E00D0-0C0F-8643-9C32-E936421C6EAB}" type="presParOf" srcId="{A9261BAE-5F1D-3E40-9BB1-34D64F820486}" destId="{44D91E12-C830-5042-95BD-DE100E863AEC}" srcOrd="2" destOrd="0" presId="urn:microsoft.com/office/officeart/2005/8/layout/orgChart1"/>
    <dgm:cxn modelId="{A79156CD-ECB8-CA45-8BA5-9368D72267E7}" type="presParOf" srcId="{A9261BAE-5F1D-3E40-9BB1-34D64F820486}" destId="{7FCED045-48CA-1744-8DAE-7285446C89E5}" srcOrd="3" destOrd="0" presId="urn:microsoft.com/office/officeart/2005/8/layout/orgChart1"/>
    <dgm:cxn modelId="{CFD2A75C-66D5-FF4F-94CA-A7724914E65C}" type="presParOf" srcId="{7FCED045-48CA-1744-8DAE-7285446C89E5}" destId="{386AA830-DE67-494B-B12F-F952939A4FC4}" srcOrd="0" destOrd="0" presId="urn:microsoft.com/office/officeart/2005/8/layout/orgChart1"/>
    <dgm:cxn modelId="{7A33BD5E-3806-434B-82FD-654735158829}" type="presParOf" srcId="{386AA830-DE67-494B-B12F-F952939A4FC4}" destId="{9BD1E258-8689-464A-A587-4EB3F5827A63}" srcOrd="0" destOrd="0" presId="urn:microsoft.com/office/officeart/2005/8/layout/orgChart1"/>
    <dgm:cxn modelId="{55D6D78D-EFB1-8D4A-AD30-0E66127B0B6A}" type="presParOf" srcId="{386AA830-DE67-494B-B12F-F952939A4FC4}" destId="{2DEFAA7D-5F4C-4B4A-852C-591FF258C4BC}" srcOrd="1" destOrd="0" presId="urn:microsoft.com/office/officeart/2005/8/layout/orgChart1"/>
    <dgm:cxn modelId="{023E913C-06CB-9F43-A147-CA74E839DB3B}" type="presParOf" srcId="{7FCED045-48CA-1744-8DAE-7285446C89E5}" destId="{243B5B82-3A3F-7E42-92BE-179FF9327CC0}" srcOrd="1" destOrd="0" presId="urn:microsoft.com/office/officeart/2005/8/layout/orgChart1"/>
    <dgm:cxn modelId="{ACC1059F-7EF2-B544-9115-F834A8BD64BB}" type="presParOf" srcId="{7FCED045-48CA-1744-8DAE-7285446C89E5}" destId="{910043CB-7683-1243-9479-9D8578B5E0BF}" srcOrd="2" destOrd="0" presId="urn:microsoft.com/office/officeart/2005/8/layout/orgChart1"/>
    <dgm:cxn modelId="{4267A82F-7CA3-8347-BC13-6C24AACB7E36}" type="presParOf" srcId="{A9261BAE-5F1D-3E40-9BB1-34D64F820486}" destId="{F0EC5A6C-12AE-6E44-B761-CF66AE16A88B}" srcOrd="4" destOrd="0" presId="urn:microsoft.com/office/officeart/2005/8/layout/orgChart1"/>
    <dgm:cxn modelId="{2A976924-88C4-934E-9051-A5057DBAFA9B}" type="presParOf" srcId="{A9261BAE-5F1D-3E40-9BB1-34D64F820486}" destId="{E35D02FA-5824-8D44-90B4-F890555E7387}" srcOrd="5" destOrd="0" presId="urn:microsoft.com/office/officeart/2005/8/layout/orgChart1"/>
    <dgm:cxn modelId="{224C81EF-0041-CA40-9D49-4B156EF3D141}" type="presParOf" srcId="{E35D02FA-5824-8D44-90B4-F890555E7387}" destId="{B496C7D4-CFFD-B04A-A338-E6DFE5F1361C}" srcOrd="0" destOrd="0" presId="urn:microsoft.com/office/officeart/2005/8/layout/orgChart1"/>
    <dgm:cxn modelId="{0A8DB9BB-03F5-D742-82DD-06A71E9A036F}" type="presParOf" srcId="{B496C7D4-CFFD-B04A-A338-E6DFE5F1361C}" destId="{5B7F08E5-1124-2143-9E15-06A29F73FB9F}" srcOrd="0" destOrd="0" presId="urn:microsoft.com/office/officeart/2005/8/layout/orgChart1"/>
    <dgm:cxn modelId="{8066AEFE-E6A7-EC4F-870B-F38D038713B4}" type="presParOf" srcId="{B496C7D4-CFFD-B04A-A338-E6DFE5F1361C}" destId="{0BE51898-DC41-8F4A-A169-E72F348BC634}" srcOrd="1" destOrd="0" presId="urn:microsoft.com/office/officeart/2005/8/layout/orgChart1"/>
    <dgm:cxn modelId="{EE59B13D-89C5-2545-9CF0-0952C24FD686}" type="presParOf" srcId="{E35D02FA-5824-8D44-90B4-F890555E7387}" destId="{2B32C483-6FF0-F44E-A404-66555F24DA83}" srcOrd="1" destOrd="0" presId="urn:microsoft.com/office/officeart/2005/8/layout/orgChart1"/>
    <dgm:cxn modelId="{97B023EF-E15A-714A-8C05-257A43B3CAF7}" type="presParOf" srcId="{E35D02FA-5824-8D44-90B4-F890555E7387}" destId="{6C03A4CB-4A12-E348-9517-7276A8A2DE71}" srcOrd="2" destOrd="0" presId="urn:microsoft.com/office/officeart/2005/8/layout/orgChart1"/>
    <dgm:cxn modelId="{CBC6A49A-41E3-9A4D-BA37-39F624DF1D02}" type="presParOf" srcId="{A85F6BC3-9428-E244-A0C9-903569EFD05A}" destId="{304C2017-7FB6-7049-BAE6-E70688E2B849}" srcOrd="2" destOrd="0" presId="urn:microsoft.com/office/officeart/2005/8/layout/orgChart1"/>
    <dgm:cxn modelId="{3995DDE9-1A37-7144-8B32-C9E50C003185}" type="presParOf" srcId="{5A362BC0-4D08-FF4B-B9FE-8B89008966CD}" destId="{BF9C65A5-C5F5-0E46-9055-AC2648C002EE}" srcOrd="2" destOrd="0" presId="urn:microsoft.com/office/officeart/2005/8/layout/orgChart1"/>
    <dgm:cxn modelId="{C988BB7D-774E-5440-9D69-B86315C0DDED}" type="presParOf" srcId="{5A362BC0-4D08-FF4B-B9FE-8B89008966CD}" destId="{84C9E337-6EFF-A941-A8BE-E0B1DD96176A}" srcOrd="3" destOrd="0" presId="urn:microsoft.com/office/officeart/2005/8/layout/orgChart1"/>
    <dgm:cxn modelId="{B9A2FF4C-5E74-5541-8CEB-88E1A9407462}" type="presParOf" srcId="{84C9E337-6EFF-A941-A8BE-E0B1DD96176A}" destId="{E28422D7-5110-B345-B77C-DCA75E181EF7}" srcOrd="0" destOrd="0" presId="urn:microsoft.com/office/officeart/2005/8/layout/orgChart1"/>
    <dgm:cxn modelId="{804223F7-C80C-8F40-9F3F-224D4B0441D0}" type="presParOf" srcId="{E28422D7-5110-B345-B77C-DCA75E181EF7}" destId="{57F2F2F1-DECF-A044-B0A4-203A150C93AF}" srcOrd="0" destOrd="0" presId="urn:microsoft.com/office/officeart/2005/8/layout/orgChart1"/>
    <dgm:cxn modelId="{91118514-3647-D14B-9873-A847787F63A6}" type="presParOf" srcId="{E28422D7-5110-B345-B77C-DCA75E181EF7}" destId="{AAE15651-EA49-5848-9172-5839D0C2255A}" srcOrd="1" destOrd="0" presId="urn:microsoft.com/office/officeart/2005/8/layout/orgChart1"/>
    <dgm:cxn modelId="{49EF5605-E0D9-2E4F-B394-ADED22FC5CE3}" type="presParOf" srcId="{84C9E337-6EFF-A941-A8BE-E0B1DD96176A}" destId="{4D9E5ABF-7945-004B-AA96-64F7A6624851}" srcOrd="1" destOrd="0" presId="urn:microsoft.com/office/officeart/2005/8/layout/orgChart1"/>
    <dgm:cxn modelId="{6E83DB34-FE26-CE46-9401-A9379C8879D8}" type="presParOf" srcId="{4D9E5ABF-7945-004B-AA96-64F7A6624851}" destId="{98EF5ED1-DAEC-3C47-A9F0-FE1B6B900A99}" srcOrd="0" destOrd="0" presId="urn:microsoft.com/office/officeart/2005/8/layout/orgChart1"/>
    <dgm:cxn modelId="{92CF0703-902E-3C4D-AE6C-6B69B72DABA3}" type="presParOf" srcId="{4D9E5ABF-7945-004B-AA96-64F7A6624851}" destId="{ADABD685-4DEA-2D4E-9F71-0ECBFB75155B}" srcOrd="1" destOrd="0" presId="urn:microsoft.com/office/officeart/2005/8/layout/orgChart1"/>
    <dgm:cxn modelId="{67A19BED-ED5B-C148-BAB1-C8420CC3E4C5}" type="presParOf" srcId="{ADABD685-4DEA-2D4E-9F71-0ECBFB75155B}" destId="{09D2A2C3-8C48-3149-BE31-DE76490786D3}" srcOrd="0" destOrd="0" presId="urn:microsoft.com/office/officeart/2005/8/layout/orgChart1"/>
    <dgm:cxn modelId="{BC9B615B-0508-574F-B3A2-B5720E15CEAD}" type="presParOf" srcId="{09D2A2C3-8C48-3149-BE31-DE76490786D3}" destId="{A19848DA-1684-694E-8AB2-37795844922E}" srcOrd="0" destOrd="0" presId="urn:microsoft.com/office/officeart/2005/8/layout/orgChart1"/>
    <dgm:cxn modelId="{F2E75829-2DE5-D541-86AB-6EE91392C798}" type="presParOf" srcId="{09D2A2C3-8C48-3149-BE31-DE76490786D3}" destId="{841664F3-105E-A944-8889-EB0FF1050B57}" srcOrd="1" destOrd="0" presId="urn:microsoft.com/office/officeart/2005/8/layout/orgChart1"/>
    <dgm:cxn modelId="{E2461EF4-9E97-4E41-A065-FC156D812295}" type="presParOf" srcId="{ADABD685-4DEA-2D4E-9F71-0ECBFB75155B}" destId="{3F3A11FB-561D-E849-B441-86092D49FFC2}" srcOrd="1" destOrd="0" presId="urn:microsoft.com/office/officeart/2005/8/layout/orgChart1"/>
    <dgm:cxn modelId="{3B2D7110-DF4A-CB4C-8578-2BA717A1B256}" type="presParOf" srcId="{ADABD685-4DEA-2D4E-9F71-0ECBFB75155B}" destId="{D148E94C-4842-594C-BB21-A7003B4ACE8B}" srcOrd="2" destOrd="0" presId="urn:microsoft.com/office/officeart/2005/8/layout/orgChart1"/>
    <dgm:cxn modelId="{1CDE6F54-3231-D64D-89DC-90BB38009367}" type="presParOf" srcId="{4D9E5ABF-7945-004B-AA96-64F7A6624851}" destId="{C387BB6B-C6A7-1140-AB3E-D359B07E2050}" srcOrd="2" destOrd="0" presId="urn:microsoft.com/office/officeart/2005/8/layout/orgChart1"/>
    <dgm:cxn modelId="{C6F3D044-F869-934E-BC4A-3721C94E6768}" type="presParOf" srcId="{4D9E5ABF-7945-004B-AA96-64F7A6624851}" destId="{8EAE7639-7542-764B-B37E-31A064C7D70D}" srcOrd="3" destOrd="0" presId="urn:microsoft.com/office/officeart/2005/8/layout/orgChart1"/>
    <dgm:cxn modelId="{77A5EAFE-4146-5148-AEAC-17B0B164EC46}" type="presParOf" srcId="{8EAE7639-7542-764B-B37E-31A064C7D70D}" destId="{3E05E411-1CA4-0245-A33E-9617164E1B6F}" srcOrd="0" destOrd="0" presId="urn:microsoft.com/office/officeart/2005/8/layout/orgChart1"/>
    <dgm:cxn modelId="{E9357F6E-B4B7-4E4A-B79A-9C559F1199C8}" type="presParOf" srcId="{3E05E411-1CA4-0245-A33E-9617164E1B6F}" destId="{06395E12-08EB-C642-A2A2-1B2FCE15A2D0}" srcOrd="0" destOrd="0" presId="urn:microsoft.com/office/officeart/2005/8/layout/orgChart1"/>
    <dgm:cxn modelId="{1F5835B7-BB7C-A043-9B3D-15BD5D0D2BFE}" type="presParOf" srcId="{3E05E411-1CA4-0245-A33E-9617164E1B6F}" destId="{95E603AB-EF2D-684E-B0E1-8417DFD08B2F}" srcOrd="1" destOrd="0" presId="urn:microsoft.com/office/officeart/2005/8/layout/orgChart1"/>
    <dgm:cxn modelId="{00A6ACF0-B21F-4046-B782-F4051FE154D1}" type="presParOf" srcId="{8EAE7639-7542-764B-B37E-31A064C7D70D}" destId="{2B74FF78-194B-FE4A-AFAD-DCE0E1D7600E}" srcOrd="1" destOrd="0" presId="urn:microsoft.com/office/officeart/2005/8/layout/orgChart1"/>
    <dgm:cxn modelId="{85E0BAB7-FCEA-1C42-AAC0-6802645B0099}" type="presParOf" srcId="{8EAE7639-7542-764B-B37E-31A064C7D70D}" destId="{6147F6C3-3977-504A-AF58-3CBA461D0E59}" srcOrd="2" destOrd="0" presId="urn:microsoft.com/office/officeart/2005/8/layout/orgChart1"/>
    <dgm:cxn modelId="{6E135779-805E-6344-804B-5516B4EC7160}" type="presParOf" srcId="{4D9E5ABF-7945-004B-AA96-64F7A6624851}" destId="{312D0D41-5CF4-D342-8F48-0FDFFD86B1F0}" srcOrd="4" destOrd="0" presId="urn:microsoft.com/office/officeart/2005/8/layout/orgChart1"/>
    <dgm:cxn modelId="{A9598CF7-2592-DF4D-8CFD-10935FA2E1E4}" type="presParOf" srcId="{4D9E5ABF-7945-004B-AA96-64F7A6624851}" destId="{946BCB4D-E53E-5744-AA7C-24220DA9A837}" srcOrd="5" destOrd="0" presId="urn:microsoft.com/office/officeart/2005/8/layout/orgChart1"/>
    <dgm:cxn modelId="{6E2C2982-6F92-5E46-B8E0-4F95CA2E1659}" type="presParOf" srcId="{946BCB4D-E53E-5744-AA7C-24220DA9A837}" destId="{87314604-2CCC-4E49-867A-E2C95EDCDB9B}" srcOrd="0" destOrd="0" presId="urn:microsoft.com/office/officeart/2005/8/layout/orgChart1"/>
    <dgm:cxn modelId="{B80EF539-AE51-8F4D-A04D-D84D1FD0A4AB}" type="presParOf" srcId="{87314604-2CCC-4E49-867A-E2C95EDCDB9B}" destId="{10EC097E-C088-3548-A227-78CEAF79AF9A}" srcOrd="0" destOrd="0" presId="urn:microsoft.com/office/officeart/2005/8/layout/orgChart1"/>
    <dgm:cxn modelId="{579663F9-DF55-1E40-B469-89F2C4466788}" type="presParOf" srcId="{87314604-2CCC-4E49-867A-E2C95EDCDB9B}" destId="{A4EBA3CA-7678-1648-9BAE-ECFB5D274C92}" srcOrd="1" destOrd="0" presId="urn:microsoft.com/office/officeart/2005/8/layout/orgChart1"/>
    <dgm:cxn modelId="{146F606D-EDB7-0F45-A3E1-BF8E30CDA1AA}" type="presParOf" srcId="{946BCB4D-E53E-5744-AA7C-24220DA9A837}" destId="{E82CF4D2-2390-244C-8FFE-E09529A6DD79}" srcOrd="1" destOrd="0" presId="urn:microsoft.com/office/officeart/2005/8/layout/orgChart1"/>
    <dgm:cxn modelId="{57CAD10D-1E82-0642-AD24-1B8061899713}" type="presParOf" srcId="{946BCB4D-E53E-5744-AA7C-24220DA9A837}" destId="{83D4C794-EF20-F349-AB18-9E87880F91FE}" srcOrd="2" destOrd="0" presId="urn:microsoft.com/office/officeart/2005/8/layout/orgChart1"/>
    <dgm:cxn modelId="{3DA6BAC6-9036-3545-BAFB-71088ACCB3FA}" type="presParOf" srcId="{84C9E337-6EFF-A941-A8BE-E0B1DD96176A}" destId="{B5B76CFC-6291-434C-938D-99CAC0F09CF3}" srcOrd="2" destOrd="0" presId="urn:microsoft.com/office/officeart/2005/8/layout/orgChart1"/>
    <dgm:cxn modelId="{77B64AD5-1D7D-644A-B0F4-2249B833F35E}" type="presParOf" srcId="{5A362BC0-4D08-FF4B-B9FE-8B89008966CD}" destId="{3CB410B5-B416-7849-B459-5A962C9E8CAE}" srcOrd="4" destOrd="0" presId="urn:microsoft.com/office/officeart/2005/8/layout/orgChart1"/>
    <dgm:cxn modelId="{9D781832-8360-A546-8799-94AE0CF9E14B}" type="presParOf" srcId="{5A362BC0-4D08-FF4B-B9FE-8B89008966CD}" destId="{241B6036-B576-134B-BB1F-5AB977B5AF55}" srcOrd="5" destOrd="0" presId="urn:microsoft.com/office/officeart/2005/8/layout/orgChart1"/>
    <dgm:cxn modelId="{6A672423-DB33-134E-B301-B91661AF41BD}" type="presParOf" srcId="{241B6036-B576-134B-BB1F-5AB977B5AF55}" destId="{A9E707E9-ED7B-F042-9BA0-9B069E730E9C}" srcOrd="0" destOrd="0" presId="urn:microsoft.com/office/officeart/2005/8/layout/orgChart1"/>
    <dgm:cxn modelId="{0865D876-444D-CD43-B8AF-CCB58DEAB3E8}" type="presParOf" srcId="{A9E707E9-ED7B-F042-9BA0-9B069E730E9C}" destId="{3856B5D9-57AA-2F4D-BC56-5E17D7DCFD9D}" srcOrd="0" destOrd="0" presId="urn:microsoft.com/office/officeart/2005/8/layout/orgChart1"/>
    <dgm:cxn modelId="{C472EAC9-C017-8148-B3BE-2D6B73C1452D}" type="presParOf" srcId="{A9E707E9-ED7B-F042-9BA0-9B069E730E9C}" destId="{4D5F6EBB-52A8-EA49-9BB4-95C78C755C98}" srcOrd="1" destOrd="0" presId="urn:microsoft.com/office/officeart/2005/8/layout/orgChart1"/>
    <dgm:cxn modelId="{C0F83512-D14A-3F4C-892F-E430F385D72B}" type="presParOf" srcId="{241B6036-B576-134B-BB1F-5AB977B5AF55}" destId="{F0E7678A-467A-ED4F-8083-0E44032970C7}" srcOrd="1" destOrd="0" presId="urn:microsoft.com/office/officeart/2005/8/layout/orgChart1"/>
    <dgm:cxn modelId="{EC3E834B-F090-6D48-AE26-F5EECDD4C665}" type="presParOf" srcId="{F0E7678A-467A-ED4F-8083-0E44032970C7}" destId="{97D043BA-F485-3A42-B37A-A45D562BFC64}" srcOrd="0" destOrd="0" presId="urn:microsoft.com/office/officeart/2005/8/layout/orgChart1"/>
    <dgm:cxn modelId="{0346A9C4-DEA1-D545-A132-44CF1F54176D}" type="presParOf" srcId="{F0E7678A-467A-ED4F-8083-0E44032970C7}" destId="{8F6C1744-95A5-E141-B1F0-9353D4C4474B}" srcOrd="1" destOrd="0" presId="urn:microsoft.com/office/officeart/2005/8/layout/orgChart1"/>
    <dgm:cxn modelId="{75354D98-1226-CA46-8B1B-23C96CD78396}" type="presParOf" srcId="{8F6C1744-95A5-E141-B1F0-9353D4C4474B}" destId="{1F9C4A7D-0889-1542-8E69-CBC36D391E4F}" srcOrd="0" destOrd="0" presId="urn:microsoft.com/office/officeart/2005/8/layout/orgChart1"/>
    <dgm:cxn modelId="{C93785CC-ED2C-0B4C-B05C-BF320953F207}" type="presParOf" srcId="{1F9C4A7D-0889-1542-8E69-CBC36D391E4F}" destId="{9CA0242D-AB72-1B40-9E0B-6B6501A6D36F}" srcOrd="0" destOrd="0" presId="urn:microsoft.com/office/officeart/2005/8/layout/orgChart1"/>
    <dgm:cxn modelId="{37832545-488F-CA47-B1CA-83FDFBE73B66}" type="presParOf" srcId="{1F9C4A7D-0889-1542-8E69-CBC36D391E4F}" destId="{E99BD300-EF63-9948-976D-0CF2D7F04A8C}" srcOrd="1" destOrd="0" presId="urn:microsoft.com/office/officeart/2005/8/layout/orgChart1"/>
    <dgm:cxn modelId="{620E48D5-5CE6-6047-975D-E7E584C6172A}" type="presParOf" srcId="{8F6C1744-95A5-E141-B1F0-9353D4C4474B}" destId="{6190F32A-C0BE-4F4D-9CB0-204A0F2ADD9B}" srcOrd="1" destOrd="0" presId="urn:microsoft.com/office/officeart/2005/8/layout/orgChart1"/>
    <dgm:cxn modelId="{89781DD0-FABF-274D-BB85-04587BF93B04}" type="presParOf" srcId="{8F6C1744-95A5-E141-B1F0-9353D4C4474B}" destId="{8143745F-667D-1848-86A5-61E0766F81F0}" srcOrd="2" destOrd="0" presId="urn:microsoft.com/office/officeart/2005/8/layout/orgChart1"/>
    <dgm:cxn modelId="{BAC8F4A9-FF5A-5C46-B429-C15771CAFAA7}" type="presParOf" srcId="{F0E7678A-467A-ED4F-8083-0E44032970C7}" destId="{F0AB9FDC-589E-184C-BBA0-4828E9C7B3F5}" srcOrd="2" destOrd="0" presId="urn:microsoft.com/office/officeart/2005/8/layout/orgChart1"/>
    <dgm:cxn modelId="{351FC0EA-1AB5-984A-B6AF-3F9A8F78E3B8}" type="presParOf" srcId="{F0E7678A-467A-ED4F-8083-0E44032970C7}" destId="{CABD1A8B-2DF9-EE4D-B78A-926A63C4B229}" srcOrd="3" destOrd="0" presId="urn:microsoft.com/office/officeart/2005/8/layout/orgChart1"/>
    <dgm:cxn modelId="{91B9785C-B01C-604D-89AB-34D49A02EB8E}" type="presParOf" srcId="{CABD1A8B-2DF9-EE4D-B78A-926A63C4B229}" destId="{E75BE068-1B49-964F-85EA-D16623BBA90F}" srcOrd="0" destOrd="0" presId="urn:microsoft.com/office/officeart/2005/8/layout/orgChart1"/>
    <dgm:cxn modelId="{0380304E-3598-3844-97CE-C1E715BA5319}" type="presParOf" srcId="{E75BE068-1B49-964F-85EA-D16623BBA90F}" destId="{B5F42C35-0833-CA41-83C3-29A41F7BF946}" srcOrd="0" destOrd="0" presId="urn:microsoft.com/office/officeart/2005/8/layout/orgChart1"/>
    <dgm:cxn modelId="{A99F680C-4A2A-374B-9577-5969109F49C7}" type="presParOf" srcId="{E75BE068-1B49-964F-85EA-D16623BBA90F}" destId="{C989ADDF-38F5-2C47-878B-4B873890C484}" srcOrd="1" destOrd="0" presId="urn:microsoft.com/office/officeart/2005/8/layout/orgChart1"/>
    <dgm:cxn modelId="{5B5E6EC8-DCAA-994D-A031-DE8CE0EA9E97}" type="presParOf" srcId="{CABD1A8B-2DF9-EE4D-B78A-926A63C4B229}" destId="{B0A2E8D9-3D22-4E42-A76E-BDA1737BC7F1}" srcOrd="1" destOrd="0" presId="urn:microsoft.com/office/officeart/2005/8/layout/orgChart1"/>
    <dgm:cxn modelId="{3963483F-817E-0344-AB15-15F3CC106E5D}" type="presParOf" srcId="{CABD1A8B-2DF9-EE4D-B78A-926A63C4B229}" destId="{4405B3C5-BAF0-1442-838A-5A0F3DFC7EC5}" srcOrd="2" destOrd="0" presId="urn:microsoft.com/office/officeart/2005/8/layout/orgChart1"/>
    <dgm:cxn modelId="{97EF1A0E-C2C1-7A47-B957-FAE9DA9A96C5}" type="presParOf" srcId="{F0E7678A-467A-ED4F-8083-0E44032970C7}" destId="{D853EF29-5940-0048-BE61-7B42C478CBE1}" srcOrd="4" destOrd="0" presId="urn:microsoft.com/office/officeart/2005/8/layout/orgChart1"/>
    <dgm:cxn modelId="{F75FB1B3-5F6A-0146-9A01-EEECBAAF164A}" type="presParOf" srcId="{F0E7678A-467A-ED4F-8083-0E44032970C7}" destId="{1E95B18E-748B-0F40-A53A-185658C04B0E}" srcOrd="5" destOrd="0" presId="urn:microsoft.com/office/officeart/2005/8/layout/orgChart1"/>
    <dgm:cxn modelId="{25AA221B-5074-6545-A66A-88F6DD851C09}" type="presParOf" srcId="{1E95B18E-748B-0F40-A53A-185658C04B0E}" destId="{D132502B-BCDA-9C44-A61E-0A632DB9DEBE}" srcOrd="0" destOrd="0" presId="urn:microsoft.com/office/officeart/2005/8/layout/orgChart1"/>
    <dgm:cxn modelId="{8794C61E-B5B8-B945-B883-12A877EA56E5}" type="presParOf" srcId="{D132502B-BCDA-9C44-A61E-0A632DB9DEBE}" destId="{5F9D470D-2E93-1A4F-A151-DB3503B42AC1}" srcOrd="0" destOrd="0" presId="urn:microsoft.com/office/officeart/2005/8/layout/orgChart1"/>
    <dgm:cxn modelId="{8B979844-1920-7A46-AC66-096566C71EEE}" type="presParOf" srcId="{D132502B-BCDA-9C44-A61E-0A632DB9DEBE}" destId="{DED0E13F-6011-354E-AAE0-96EE93BD4BCB}" srcOrd="1" destOrd="0" presId="urn:microsoft.com/office/officeart/2005/8/layout/orgChart1"/>
    <dgm:cxn modelId="{66DBA926-18DC-444B-8576-9085025D9C8E}" type="presParOf" srcId="{1E95B18E-748B-0F40-A53A-185658C04B0E}" destId="{4D41ECE1-55F6-6B41-8C87-4DDBC0A9527F}" srcOrd="1" destOrd="0" presId="urn:microsoft.com/office/officeart/2005/8/layout/orgChart1"/>
    <dgm:cxn modelId="{B0666B2A-4867-1442-838E-1B2D24C2D484}" type="presParOf" srcId="{1E95B18E-748B-0F40-A53A-185658C04B0E}" destId="{6B1CED92-88CF-6A4A-B766-F391C9536ADB}" srcOrd="2" destOrd="0" presId="urn:microsoft.com/office/officeart/2005/8/layout/orgChart1"/>
    <dgm:cxn modelId="{B3BB2005-F337-DF4F-BB77-CFF778A6BFEA}" type="presParOf" srcId="{241B6036-B576-134B-BB1F-5AB977B5AF55}" destId="{5EA89A45-F803-4A46-AA65-768F3E6DB923}" srcOrd="2" destOrd="0" presId="urn:microsoft.com/office/officeart/2005/8/layout/orgChart1"/>
    <dgm:cxn modelId="{6F614192-83F9-FF40-8AC1-CB44527781DD}" type="presParOf" srcId="{5A362BC0-4D08-FF4B-B9FE-8B89008966CD}" destId="{89A41B80-14D7-2443-88A1-A7907013552A}" srcOrd="6" destOrd="0" presId="urn:microsoft.com/office/officeart/2005/8/layout/orgChart1"/>
    <dgm:cxn modelId="{FFD20EF3-9BEA-364A-9B84-93D253D06B58}" type="presParOf" srcId="{5A362BC0-4D08-FF4B-B9FE-8B89008966CD}" destId="{437CD625-EC36-E642-8962-ECD230AFB9D2}" srcOrd="7" destOrd="0" presId="urn:microsoft.com/office/officeart/2005/8/layout/orgChart1"/>
    <dgm:cxn modelId="{2C3FF8F8-4B56-D248-9ED2-12A08E0C08A1}" type="presParOf" srcId="{437CD625-EC36-E642-8962-ECD230AFB9D2}" destId="{72D08115-55E5-B248-A5C0-EC0A971A2D9F}" srcOrd="0" destOrd="0" presId="urn:microsoft.com/office/officeart/2005/8/layout/orgChart1"/>
    <dgm:cxn modelId="{D112B982-2C24-9B4A-B6DC-240D22B20691}" type="presParOf" srcId="{72D08115-55E5-B248-A5C0-EC0A971A2D9F}" destId="{05DF9195-C624-BF4B-AA8A-31F4470AD518}" srcOrd="0" destOrd="0" presId="urn:microsoft.com/office/officeart/2005/8/layout/orgChart1"/>
    <dgm:cxn modelId="{50F65D29-E06A-1841-B561-BCF075ABD079}" type="presParOf" srcId="{72D08115-55E5-B248-A5C0-EC0A971A2D9F}" destId="{EE1BADF2-CCB8-6444-AE00-D2E28DEAA876}" srcOrd="1" destOrd="0" presId="urn:microsoft.com/office/officeart/2005/8/layout/orgChart1"/>
    <dgm:cxn modelId="{6D3A4A2F-179D-384E-85AD-66B1F652A722}" type="presParOf" srcId="{437CD625-EC36-E642-8962-ECD230AFB9D2}" destId="{13AC6732-CAE9-ED48-A165-789264403B84}" srcOrd="1" destOrd="0" presId="urn:microsoft.com/office/officeart/2005/8/layout/orgChart1"/>
    <dgm:cxn modelId="{CC2368EA-AC63-1747-BFD1-5BE3727611A1}" type="presParOf" srcId="{13AC6732-CAE9-ED48-A165-789264403B84}" destId="{5A561D9C-6FF4-2D4D-AAD5-1B8EDDE0E211}" srcOrd="0" destOrd="0" presId="urn:microsoft.com/office/officeart/2005/8/layout/orgChart1"/>
    <dgm:cxn modelId="{BBC28FCD-1CD7-3F45-A371-57ECF3B2520D}" type="presParOf" srcId="{13AC6732-CAE9-ED48-A165-789264403B84}" destId="{CA52AD83-8DB5-B146-A0A6-CB23B7EBD3C5}" srcOrd="1" destOrd="0" presId="urn:microsoft.com/office/officeart/2005/8/layout/orgChart1"/>
    <dgm:cxn modelId="{E1D3E760-584B-6B4D-8F94-2D02FE00E9EF}" type="presParOf" srcId="{CA52AD83-8DB5-B146-A0A6-CB23B7EBD3C5}" destId="{C370E19E-11CF-9741-B8C3-60947DAFA009}" srcOrd="0" destOrd="0" presId="urn:microsoft.com/office/officeart/2005/8/layout/orgChart1"/>
    <dgm:cxn modelId="{BD4601AB-2BE0-7C42-9328-7A2EE8F74C58}" type="presParOf" srcId="{C370E19E-11CF-9741-B8C3-60947DAFA009}" destId="{183D34E5-9A2F-A743-A8A5-F2E99BB2365A}" srcOrd="0" destOrd="0" presId="urn:microsoft.com/office/officeart/2005/8/layout/orgChart1"/>
    <dgm:cxn modelId="{FAEF3D30-7B11-E143-9F66-9F74486F1103}" type="presParOf" srcId="{C370E19E-11CF-9741-B8C3-60947DAFA009}" destId="{20C5D1BB-93C4-B64D-AE45-97B1A533D91C}" srcOrd="1" destOrd="0" presId="urn:microsoft.com/office/officeart/2005/8/layout/orgChart1"/>
    <dgm:cxn modelId="{585F8D34-5A6B-2F4E-893E-CD6606E25C59}" type="presParOf" srcId="{CA52AD83-8DB5-B146-A0A6-CB23B7EBD3C5}" destId="{C3AD2CDE-8B9D-294C-AB2C-72120BE3059B}" srcOrd="1" destOrd="0" presId="urn:microsoft.com/office/officeart/2005/8/layout/orgChart1"/>
    <dgm:cxn modelId="{D4B01D09-4C4D-284B-A95E-8651ABA74919}" type="presParOf" srcId="{CA52AD83-8DB5-B146-A0A6-CB23B7EBD3C5}" destId="{2A3F6652-784E-CB48-8F16-72D9405663A3}" srcOrd="2" destOrd="0" presId="urn:microsoft.com/office/officeart/2005/8/layout/orgChart1"/>
    <dgm:cxn modelId="{06E1515F-DB7F-A149-B49A-C0B17A5CBA73}" type="presParOf" srcId="{13AC6732-CAE9-ED48-A165-789264403B84}" destId="{375C9D02-BD9C-954E-950E-F2A97E1197D5}" srcOrd="2" destOrd="0" presId="urn:microsoft.com/office/officeart/2005/8/layout/orgChart1"/>
    <dgm:cxn modelId="{569FC3C1-389E-5D4C-A1BE-2C4BD4B421F6}" type="presParOf" srcId="{13AC6732-CAE9-ED48-A165-789264403B84}" destId="{C27D2498-2FAC-7840-9A2B-E525FD1A3AA9}" srcOrd="3" destOrd="0" presId="urn:microsoft.com/office/officeart/2005/8/layout/orgChart1"/>
    <dgm:cxn modelId="{1888FD43-8D18-664D-8095-3BF06DD22C83}" type="presParOf" srcId="{C27D2498-2FAC-7840-9A2B-E525FD1A3AA9}" destId="{3204BA9C-F28F-A44E-8EAA-4341321815EE}" srcOrd="0" destOrd="0" presId="urn:microsoft.com/office/officeart/2005/8/layout/orgChart1"/>
    <dgm:cxn modelId="{32AC91B9-86D3-B049-B5F6-9B3CD7C7DA1C}" type="presParOf" srcId="{3204BA9C-F28F-A44E-8EAA-4341321815EE}" destId="{49ED93F1-9B12-104A-8FFC-B4148C0AC09A}" srcOrd="0" destOrd="0" presId="urn:microsoft.com/office/officeart/2005/8/layout/orgChart1"/>
    <dgm:cxn modelId="{2B0B0185-5EB0-A748-ABAE-77C9413293A7}" type="presParOf" srcId="{3204BA9C-F28F-A44E-8EAA-4341321815EE}" destId="{49D95D63-EF35-E24D-A60E-3CF6E3E58A0B}" srcOrd="1" destOrd="0" presId="urn:microsoft.com/office/officeart/2005/8/layout/orgChart1"/>
    <dgm:cxn modelId="{3275BF77-908B-5640-A966-6054CDE04CDF}" type="presParOf" srcId="{C27D2498-2FAC-7840-9A2B-E525FD1A3AA9}" destId="{8D3ECF15-8DFE-2441-8735-737E96B35B2E}" srcOrd="1" destOrd="0" presId="urn:microsoft.com/office/officeart/2005/8/layout/orgChart1"/>
    <dgm:cxn modelId="{384C0B8C-2E90-7041-B0CB-D8641283BC3D}" type="presParOf" srcId="{C27D2498-2FAC-7840-9A2B-E525FD1A3AA9}" destId="{F0175DF8-7830-8544-96A8-68BC74037C95}" srcOrd="2" destOrd="0" presId="urn:microsoft.com/office/officeart/2005/8/layout/orgChart1"/>
    <dgm:cxn modelId="{8B96BC12-EA3C-7148-A922-6C3E3B27C029}" type="presParOf" srcId="{13AC6732-CAE9-ED48-A165-789264403B84}" destId="{7B6C085B-F4E7-5C41-82A9-EC78F238545F}" srcOrd="4" destOrd="0" presId="urn:microsoft.com/office/officeart/2005/8/layout/orgChart1"/>
    <dgm:cxn modelId="{A7CD28D0-8EFB-534C-A1DF-698549738EAB}" type="presParOf" srcId="{13AC6732-CAE9-ED48-A165-789264403B84}" destId="{42C80907-CD8D-D840-8F3D-78257FF43BE4}" srcOrd="5" destOrd="0" presId="urn:microsoft.com/office/officeart/2005/8/layout/orgChart1"/>
    <dgm:cxn modelId="{A7204982-C6FE-EE4D-838C-DD21EC022FA3}" type="presParOf" srcId="{42C80907-CD8D-D840-8F3D-78257FF43BE4}" destId="{B65829C7-442C-7D4D-BA28-A405E6D5B86B}" srcOrd="0" destOrd="0" presId="urn:microsoft.com/office/officeart/2005/8/layout/orgChart1"/>
    <dgm:cxn modelId="{502AE909-91EB-1342-A31E-2FC3AAC645B7}" type="presParOf" srcId="{B65829C7-442C-7D4D-BA28-A405E6D5B86B}" destId="{A4A35E8B-1CCA-534E-BB27-D5BAF397E36D}" srcOrd="0" destOrd="0" presId="urn:microsoft.com/office/officeart/2005/8/layout/orgChart1"/>
    <dgm:cxn modelId="{C2877489-368E-3644-B827-1742A27F9935}" type="presParOf" srcId="{B65829C7-442C-7D4D-BA28-A405E6D5B86B}" destId="{F4BA1DCD-BD2A-C84A-B438-E4C211AD50BC}" srcOrd="1" destOrd="0" presId="urn:microsoft.com/office/officeart/2005/8/layout/orgChart1"/>
    <dgm:cxn modelId="{CD3E64E4-BC84-2A4A-8771-387C474AE2B2}" type="presParOf" srcId="{42C80907-CD8D-D840-8F3D-78257FF43BE4}" destId="{2A63A85F-4AA4-5A41-9396-80624B500300}" srcOrd="1" destOrd="0" presId="urn:microsoft.com/office/officeart/2005/8/layout/orgChart1"/>
    <dgm:cxn modelId="{F715FFAC-79B2-6E45-8AB8-336B4A50103F}" type="presParOf" srcId="{42C80907-CD8D-D840-8F3D-78257FF43BE4}" destId="{EA2CACAB-A8B0-F241-B446-A286D7D7C151}" srcOrd="2" destOrd="0" presId="urn:microsoft.com/office/officeart/2005/8/layout/orgChart1"/>
    <dgm:cxn modelId="{3D31FC56-8B2F-014B-B61A-B87F9991CA96}" type="presParOf" srcId="{437CD625-EC36-E642-8962-ECD230AFB9D2}" destId="{34251A62-31B3-8247-BCE4-069E50426A93}" srcOrd="2" destOrd="0" presId="urn:microsoft.com/office/officeart/2005/8/layout/orgChart1"/>
    <dgm:cxn modelId="{AB2862A9-09B5-C842-B009-5B390012C210}" type="presParOf" srcId="{C5723390-9311-CA4B-8565-44124A2A159E}" destId="{8EED106A-8A8F-0045-B156-2A5C5B9107F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3BE2A-E85B-EB45-8C5E-107586FDF0C5}">
      <dsp:nvSpPr>
        <dsp:cNvPr id="0" name=""/>
        <dsp:cNvSpPr/>
      </dsp:nvSpPr>
      <dsp:spPr>
        <a:xfrm>
          <a:off x="4881665" y="1868758"/>
          <a:ext cx="145928" cy="25196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9696"/>
              </a:lnTo>
              <a:lnTo>
                <a:pt x="145928" y="25196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3B2477-238B-1D43-B313-1634EC18F9C2}">
      <dsp:nvSpPr>
        <dsp:cNvPr id="0" name=""/>
        <dsp:cNvSpPr/>
      </dsp:nvSpPr>
      <dsp:spPr>
        <a:xfrm>
          <a:off x="4881665" y="1868758"/>
          <a:ext cx="145928" cy="1828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8968"/>
              </a:lnTo>
              <a:lnTo>
                <a:pt x="145928" y="18289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5ACF43-C188-6145-BB86-10045174F37E}">
      <dsp:nvSpPr>
        <dsp:cNvPr id="0" name=""/>
        <dsp:cNvSpPr/>
      </dsp:nvSpPr>
      <dsp:spPr>
        <a:xfrm>
          <a:off x="4881665" y="1868758"/>
          <a:ext cx="145928" cy="1138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8241"/>
              </a:lnTo>
              <a:lnTo>
                <a:pt x="145928" y="113824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C7770-90D7-FC40-AC4C-8602AABEC0DB}">
      <dsp:nvSpPr>
        <dsp:cNvPr id="0" name=""/>
        <dsp:cNvSpPr/>
      </dsp:nvSpPr>
      <dsp:spPr>
        <a:xfrm>
          <a:off x="4881665" y="1868758"/>
          <a:ext cx="145928" cy="447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13"/>
              </a:lnTo>
              <a:lnTo>
                <a:pt x="145928" y="4475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22C9E-835E-5645-AF5D-7834466D4748}">
      <dsp:nvSpPr>
        <dsp:cNvPr id="0" name=""/>
        <dsp:cNvSpPr/>
      </dsp:nvSpPr>
      <dsp:spPr>
        <a:xfrm>
          <a:off x="4682230" y="1178030"/>
          <a:ext cx="588577" cy="2042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149"/>
              </a:lnTo>
              <a:lnTo>
                <a:pt x="588577" y="102149"/>
              </a:lnTo>
              <a:lnTo>
                <a:pt x="588577" y="2042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E5F664-9037-B44F-BB94-D693F21A54DE}">
      <dsp:nvSpPr>
        <dsp:cNvPr id="0" name=""/>
        <dsp:cNvSpPr/>
      </dsp:nvSpPr>
      <dsp:spPr>
        <a:xfrm>
          <a:off x="3704510" y="1868758"/>
          <a:ext cx="145928" cy="25196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9696"/>
              </a:lnTo>
              <a:lnTo>
                <a:pt x="145928" y="25196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B3B670-23C0-5843-9CEB-780FB9085DCB}">
      <dsp:nvSpPr>
        <dsp:cNvPr id="0" name=""/>
        <dsp:cNvSpPr/>
      </dsp:nvSpPr>
      <dsp:spPr>
        <a:xfrm>
          <a:off x="3704510" y="1868758"/>
          <a:ext cx="145928" cy="1828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8968"/>
              </a:lnTo>
              <a:lnTo>
                <a:pt x="145928" y="18289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373F27-7D27-9340-91BF-2DC9EBBCF90C}">
      <dsp:nvSpPr>
        <dsp:cNvPr id="0" name=""/>
        <dsp:cNvSpPr/>
      </dsp:nvSpPr>
      <dsp:spPr>
        <a:xfrm>
          <a:off x="3704510" y="1868758"/>
          <a:ext cx="145928" cy="1138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8241"/>
              </a:lnTo>
              <a:lnTo>
                <a:pt x="145928" y="113824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F063A2-72B0-7344-9CBA-40794A7EC370}">
      <dsp:nvSpPr>
        <dsp:cNvPr id="0" name=""/>
        <dsp:cNvSpPr/>
      </dsp:nvSpPr>
      <dsp:spPr>
        <a:xfrm>
          <a:off x="3704510" y="1868758"/>
          <a:ext cx="145928" cy="447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13"/>
              </a:lnTo>
              <a:lnTo>
                <a:pt x="145928" y="4475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172C3-3363-F54F-9FA3-3950DF47F2B4}">
      <dsp:nvSpPr>
        <dsp:cNvPr id="0" name=""/>
        <dsp:cNvSpPr/>
      </dsp:nvSpPr>
      <dsp:spPr>
        <a:xfrm>
          <a:off x="4093652" y="1178030"/>
          <a:ext cx="588577" cy="204299"/>
        </a:xfrm>
        <a:custGeom>
          <a:avLst/>
          <a:gdLst/>
          <a:ahLst/>
          <a:cxnLst/>
          <a:rect l="0" t="0" r="0" b="0"/>
          <a:pathLst>
            <a:path>
              <a:moveTo>
                <a:pt x="588577" y="0"/>
              </a:moveTo>
              <a:lnTo>
                <a:pt x="588577" y="102149"/>
              </a:lnTo>
              <a:lnTo>
                <a:pt x="0" y="102149"/>
              </a:lnTo>
              <a:lnTo>
                <a:pt x="0" y="2042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4246F8-540D-F047-9DAA-4403379F4330}">
      <dsp:nvSpPr>
        <dsp:cNvPr id="0" name=""/>
        <dsp:cNvSpPr/>
      </dsp:nvSpPr>
      <dsp:spPr>
        <a:xfrm>
          <a:off x="3505075" y="487303"/>
          <a:ext cx="1177155" cy="2042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149"/>
              </a:lnTo>
              <a:lnTo>
                <a:pt x="1177155" y="102149"/>
              </a:lnTo>
              <a:lnTo>
                <a:pt x="1177155" y="20429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B3CD80-71DF-6845-A34E-8A097B583F74}">
      <dsp:nvSpPr>
        <dsp:cNvPr id="0" name=""/>
        <dsp:cNvSpPr/>
      </dsp:nvSpPr>
      <dsp:spPr>
        <a:xfrm>
          <a:off x="2527355" y="1868758"/>
          <a:ext cx="145928" cy="25196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9696"/>
              </a:lnTo>
              <a:lnTo>
                <a:pt x="145928" y="25196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ED0B91-EA5C-914F-BFF4-585C84358883}">
      <dsp:nvSpPr>
        <dsp:cNvPr id="0" name=""/>
        <dsp:cNvSpPr/>
      </dsp:nvSpPr>
      <dsp:spPr>
        <a:xfrm>
          <a:off x="2527355" y="1868758"/>
          <a:ext cx="145928" cy="1828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8968"/>
              </a:lnTo>
              <a:lnTo>
                <a:pt x="145928" y="18289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FE4AFB-EBD3-EA4C-B16B-2FC370616CD3}">
      <dsp:nvSpPr>
        <dsp:cNvPr id="0" name=""/>
        <dsp:cNvSpPr/>
      </dsp:nvSpPr>
      <dsp:spPr>
        <a:xfrm>
          <a:off x="2527355" y="1868758"/>
          <a:ext cx="145928" cy="1138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8241"/>
              </a:lnTo>
              <a:lnTo>
                <a:pt x="145928" y="113824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C396C5-F04D-0049-A91D-C8ACF52F3BA5}">
      <dsp:nvSpPr>
        <dsp:cNvPr id="0" name=""/>
        <dsp:cNvSpPr/>
      </dsp:nvSpPr>
      <dsp:spPr>
        <a:xfrm>
          <a:off x="2527355" y="1868758"/>
          <a:ext cx="145928" cy="447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13"/>
              </a:lnTo>
              <a:lnTo>
                <a:pt x="145928" y="4475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E2BFB1-2EA0-1F4A-82B4-ABE891E932D4}">
      <dsp:nvSpPr>
        <dsp:cNvPr id="0" name=""/>
        <dsp:cNvSpPr/>
      </dsp:nvSpPr>
      <dsp:spPr>
        <a:xfrm>
          <a:off x="2327919" y="1178030"/>
          <a:ext cx="588577" cy="2042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149"/>
              </a:lnTo>
              <a:lnTo>
                <a:pt x="588577" y="102149"/>
              </a:lnTo>
              <a:lnTo>
                <a:pt x="588577" y="2042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5E3B0-8F33-3A49-80F7-A95073D97FAF}">
      <dsp:nvSpPr>
        <dsp:cNvPr id="0" name=""/>
        <dsp:cNvSpPr/>
      </dsp:nvSpPr>
      <dsp:spPr>
        <a:xfrm>
          <a:off x="1350199" y="1868758"/>
          <a:ext cx="145928" cy="25196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9696"/>
              </a:lnTo>
              <a:lnTo>
                <a:pt x="145928" y="25196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DCA6B4-E75A-8446-9FFD-4F230A83C634}">
      <dsp:nvSpPr>
        <dsp:cNvPr id="0" name=""/>
        <dsp:cNvSpPr/>
      </dsp:nvSpPr>
      <dsp:spPr>
        <a:xfrm>
          <a:off x="1350199" y="1868758"/>
          <a:ext cx="145928" cy="1828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8968"/>
              </a:lnTo>
              <a:lnTo>
                <a:pt x="145928" y="18289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72278E-F3EE-B94E-B6BC-079C6921F85C}">
      <dsp:nvSpPr>
        <dsp:cNvPr id="0" name=""/>
        <dsp:cNvSpPr/>
      </dsp:nvSpPr>
      <dsp:spPr>
        <a:xfrm>
          <a:off x="1350199" y="1868758"/>
          <a:ext cx="145928" cy="1138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8241"/>
              </a:lnTo>
              <a:lnTo>
                <a:pt x="145928" y="113824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C5806A-A26E-9E4B-A002-DAC5BB735783}">
      <dsp:nvSpPr>
        <dsp:cNvPr id="0" name=""/>
        <dsp:cNvSpPr/>
      </dsp:nvSpPr>
      <dsp:spPr>
        <a:xfrm>
          <a:off x="1350199" y="1868758"/>
          <a:ext cx="145928" cy="447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13"/>
              </a:lnTo>
              <a:lnTo>
                <a:pt x="145928" y="4475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D5CBC-5CFD-E64E-94DC-D7DD6C39BABC}">
      <dsp:nvSpPr>
        <dsp:cNvPr id="0" name=""/>
        <dsp:cNvSpPr/>
      </dsp:nvSpPr>
      <dsp:spPr>
        <a:xfrm>
          <a:off x="1739341" y="1178030"/>
          <a:ext cx="588577" cy="204299"/>
        </a:xfrm>
        <a:custGeom>
          <a:avLst/>
          <a:gdLst/>
          <a:ahLst/>
          <a:cxnLst/>
          <a:rect l="0" t="0" r="0" b="0"/>
          <a:pathLst>
            <a:path>
              <a:moveTo>
                <a:pt x="588577" y="0"/>
              </a:moveTo>
              <a:lnTo>
                <a:pt x="588577" y="102149"/>
              </a:lnTo>
              <a:lnTo>
                <a:pt x="0" y="102149"/>
              </a:lnTo>
              <a:lnTo>
                <a:pt x="0" y="2042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7DFC4-7111-154F-B309-9519F20588E6}">
      <dsp:nvSpPr>
        <dsp:cNvPr id="0" name=""/>
        <dsp:cNvSpPr/>
      </dsp:nvSpPr>
      <dsp:spPr>
        <a:xfrm>
          <a:off x="2327919" y="487303"/>
          <a:ext cx="1177155" cy="204299"/>
        </a:xfrm>
        <a:custGeom>
          <a:avLst/>
          <a:gdLst/>
          <a:ahLst/>
          <a:cxnLst/>
          <a:rect l="0" t="0" r="0" b="0"/>
          <a:pathLst>
            <a:path>
              <a:moveTo>
                <a:pt x="1177155" y="0"/>
              </a:moveTo>
              <a:lnTo>
                <a:pt x="1177155" y="102149"/>
              </a:lnTo>
              <a:lnTo>
                <a:pt x="0" y="102149"/>
              </a:lnTo>
              <a:lnTo>
                <a:pt x="0" y="20429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FA5AE-6D54-EC45-A6B8-44AAE9A6F5E5}">
      <dsp:nvSpPr>
        <dsp:cNvPr id="0" name=""/>
        <dsp:cNvSpPr/>
      </dsp:nvSpPr>
      <dsp:spPr>
        <a:xfrm>
          <a:off x="3018647" y="875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Logical Data Structures</a:t>
          </a:r>
        </a:p>
      </dsp:txBody>
      <dsp:txXfrm>
        <a:off x="3018647" y="875"/>
        <a:ext cx="972855" cy="486427"/>
      </dsp:txXfrm>
    </dsp:sp>
    <dsp:sp modelId="{2886F659-6E89-BF4A-9E9B-09623E8A0CC6}">
      <dsp:nvSpPr>
        <dsp:cNvPr id="0" name=""/>
        <dsp:cNvSpPr/>
      </dsp:nvSpPr>
      <dsp:spPr>
        <a:xfrm>
          <a:off x="1841491" y="69160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Python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Built-in</a:t>
          </a:r>
          <a:r>
            <a:rPr lang="zh-TW" alt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US" altLang="zh-TW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41491" y="691603"/>
        <a:ext cx="972855" cy="486427"/>
      </dsp:txXfrm>
    </dsp:sp>
    <dsp:sp modelId="{B4FBC950-3436-5547-B874-96C0921DAD13}">
      <dsp:nvSpPr>
        <dsp:cNvPr id="0" name=""/>
        <dsp:cNvSpPr/>
      </dsp:nvSpPr>
      <dsp:spPr>
        <a:xfrm>
          <a:off x="1252914" y="138233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Primitive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52914" y="1382330"/>
        <a:ext cx="972855" cy="486427"/>
      </dsp:txXfrm>
    </dsp:sp>
    <dsp:sp modelId="{B5E92A72-1DE6-5742-B2A4-87A019840CF8}">
      <dsp:nvSpPr>
        <dsp:cNvPr id="0" name=""/>
        <dsp:cNvSpPr/>
      </dsp:nvSpPr>
      <dsp:spPr>
        <a:xfrm>
          <a:off x="1496128" y="2073058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int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96128" y="2073058"/>
        <a:ext cx="972855" cy="486427"/>
      </dsp:txXfrm>
    </dsp:sp>
    <dsp:sp modelId="{A8CC9982-14E7-2B48-8423-654D545ED390}">
      <dsp:nvSpPr>
        <dsp:cNvPr id="0" name=""/>
        <dsp:cNvSpPr/>
      </dsp:nvSpPr>
      <dsp:spPr>
        <a:xfrm>
          <a:off x="1496128" y="2763785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float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96128" y="2763785"/>
        <a:ext cx="972855" cy="486427"/>
      </dsp:txXfrm>
    </dsp:sp>
    <dsp:sp modelId="{1A227A17-E84D-EE41-B61B-FE21B838E613}">
      <dsp:nvSpPr>
        <dsp:cNvPr id="0" name=""/>
        <dsp:cNvSpPr/>
      </dsp:nvSpPr>
      <dsp:spPr>
        <a:xfrm>
          <a:off x="1496128" y="345451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str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96128" y="3454513"/>
        <a:ext cx="972855" cy="486427"/>
      </dsp:txXfrm>
    </dsp:sp>
    <dsp:sp modelId="{3C297F35-3674-084B-9329-7F8EF3177344}">
      <dsp:nvSpPr>
        <dsp:cNvPr id="0" name=""/>
        <dsp:cNvSpPr/>
      </dsp:nvSpPr>
      <dsp:spPr>
        <a:xfrm>
          <a:off x="1496128" y="414524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bool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96128" y="4145240"/>
        <a:ext cx="972855" cy="486427"/>
      </dsp:txXfrm>
    </dsp:sp>
    <dsp:sp modelId="{4A003CC7-CC23-8745-8939-193C1E158901}">
      <dsp:nvSpPr>
        <dsp:cNvPr id="0" name=""/>
        <dsp:cNvSpPr/>
      </dsp:nvSpPr>
      <dsp:spPr>
        <a:xfrm>
          <a:off x="2430069" y="138233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Container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0069" y="1382330"/>
        <a:ext cx="972855" cy="486427"/>
      </dsp:txXfrm>
    </dsp:sp>
    <dsp:sp modelId="{14A255AF-1673-7644-8DF7-86489B12401C}">
      <dsp:nvSpPr>
        <dsp:cNvPr id="0" name=""/>
        <dsp:cNvSpPr/>
      </dsp:nvSpPr>
      <dsp:spPr>
        <a:xfrm>
          <a:off x="2673283" y="2073058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tuple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73283" y="2073058"/>
        <a:ext cx="972855" cy="486427"/>
      </dsp:txXfrm>
    </dsp:sp>
    <dsp:sp modelId="{0D4EE3D3-840D-3E4D-A89D-08C23105C712}">
      <dsp:nvSpPr>
        <dsp:cNvPr id="0" name=""/>
        <dsp:cNvSpPr/>
      </dsp:nvSpPr>
      <dsp:spPr>
        <a:xfrm>
          <a:off x="2673283" y="2763785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list</a:t>
          </a:r>
        </a:p>
      </dsp:txBody>
      <dsp:txXfrm>
        <a:off x="2673283" y="2763785"/>
        <a:ext cx="972855" cy="486427"/>
      </dsp:txXfrm>
    </dsp:sp>
    <dsp:sp modelId="{8D801C39-A2D2-FF49-B278-48B59A8FF682}">
      <dsp:nvSpPr>
        <dsp:cNvPr id="0" name=""/>
        <dsp:cNvSpPr/>
      </dsp:nvSpPr>
      <dsp:spPr>
        <a:xfrm>
          <a:off x="2673283" y="345451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set</a:t>
          </a:r>
        </a:p>
      </dsp:txBody>
      <dsp:txXfrm>
        <a:off x="2673283" y="3454513"/>
        <a:ext cx="972855" cy="486427"/>
      </dsp:txXfrm>
    </dsp:sp>
    <dsp:sp modelId="{D963FF8A-3BB1-3A49-8E69-5FCC1776714B}">
      <dsp:nvSpPr>
        <dsp:cNvPr id="0" name=""/>
        <dsp:cNvSpPr/>
      </dsp:nvSpPr>
      <dsp:spPr>
        <a:xfrm>
          <a:off x="2673283" y="414524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 err="1">
              <a:latin typeface="Arial" panose="020B0604020202020204" pitchFamily="34" charset="0"/>
              <a:cs typeface="Arial" panose="020B0604020202020204" pitchFamily="34" charset="0"/>
            </a:rPr>
            <a:t>dict</a:t>
          </a:r>
          <a:endParaRPr lang="en-US" altLang="zh-TW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73283" y="4145240"/>
        <a:ext cx="972855" cy="486427"/>
      </dsp:txXfrm>
    </dsp:sp>
    <dsp:sp modelId="{0BEB55F5-161A-D747-9B25-E36462DB434A}">
      <dsp:nvSpPr>
        <dsp:cNvPr id="0" name=""/>
        <dsp:cNvSpPr/>
      </dsp:nvSpPr>
      <dsp:spPr>
        <a:xfrm>
          <a:off x="4195802" y="69160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Abstract Data Types (ADT)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95802" y="691603"/>
        <a:ext cx="972855" cy="486427"/>
      </dsp:txXfrm>
    </dsp:sp>
    <dsp:sp modelId="{2A289A3D-8DE1-004D-9E92-FA08A37AE63D}">
      <dsp:nvSpPr>
        <dsp:cNvPr id="0" name=""/>
        <dsp:cNvSpPr/>
      </dsp:nvSpPr>
      <dsp:spPr>
        <a:xfrm>
          <a:off x="3607224" y="138233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Linear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07224" y="1382330"/>
        <a:ext cx="972855" cy="486427"/>
      </dsp:txXfrm>
    </dsp:sp>
    <dsp:sp modelId="{2BC2E83E-9DC0-804A-BFC3-51BC6986B490}">
      <dsp:nvSpPr>
        <dsp:cNvPr id="0" name=""/>
        <dsp:cNvSpPr/>
      </dsp:nvSpPr>
      <dsp:spPr>
        <a:xfrm>
          <a:off x="3850438" y="2073058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Array</a:t>
          </a:r>
        </a:p>
      </dsp:txBody>
      <dsp:txXfrm>
        <a:off x="3850438" y="2073058"/>
        <a:ext cx="972855" cy="486427"/>
      </dsp:txXfrm>
    </dsp:sp>
    <dsp:sp modelId="{3A96F12F-2D19-7041-B8C3-BEFBCB904A3D}">
      <dsp:nvSpPr>
        <dsp:cNvPr id="0" name=""/>
        <dsp:cNvSpPr/>
      </dsp:nvSpPr>
      <dsp:spPr>
        <a:xfrm>
          <a:off x="3850438" y="2763785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Linked List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50438" y="2763785"/>
        <a:ext cx="972855" cy="486427"/>
      </dsp:txXfrm>
    </dsp:sp>
    <dsp:sp modelId="{593D2933-859A-2B48-9193-D14D3B62BC45}">
      <dsp:nvSpPr>
        <dsp:cNvPr id="0" name=""/>
        <dsp:cNvSpPr/>
      </dsp:nvSpPr>
      <dsp:spPr>
        <a:xfrm>
          <a:off x="3850438" y="345451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Stack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50438" y="3454513"/>
        <a:ext cx="972855" cy="486427"/>
      </dsp:txXfrm>
    </dsp:sp>
    <dsp:sp modelId="{053CCF76-7AB2-8949-BB66-8E063219DFA0}">
      <dsp:nvSpPr>
        <dsp:cNvPr id="0" name=""/>
        <dsp:cNvSpPr/>
      </dsp:nvSpPr>
      <dsp:spPr>
        <a:xfrm>
          <a:off x="3850438" y="414524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Queue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50438" y="4145240"/>
        <a:ext cx="972855" cy="486427"/>
      </dsp:txXfrm>
    </dsp:sp>
    <dsp:sp modelId="{9ABB7012-2C3A-1F45-A584-55AC9607BB7D}">
      <dsp:nvSpPr>
        <dsp:cNvPr id="0" name=""/>
        <dsp:cNvSpPr/>
      </dsp:nvSpPr>
      <dsp:spPr>
        <a:xfrm>
          <a:off x="4784380" y="138233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Non-linear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784380" y="1382330"/>
        <a:ext cx="972855" cy="486427"/>
      </dsp:txXfrm>
    </dsp:sp>
    <dsp:sp modelId="{B8474793-D878-8B43-9297-13AC7D2B788C}">
      <dsp:nvSpPr>
        <dsp:cNvPr id="0" name=""/>
        <dsp:cNvSpPr/>
      </dsp:nvSpPr>
      <dsp:spPr>
        <a:xfrm>
          <a:off x="5027594" y="2073058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Heap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7594" y="2073058"/>
        <a:ext cx="972855" cy="486427"/>
      </dsp:txXfrm>
    </dsp:sp>
    <dsp:sp modelId="{F632952D-8F91-5845-BCF8-F68919DB3EF9}">
      <dsp:nvSpPr>
        <dsp:cNvPr id="0" name=""/>
        <dsp:cNvSpPr/>
      </dsp:nvSpPr>
      <dsp:spPr>
        <a:xfrm>
          <a:off x="5027594" y="2763785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Hash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7594" y="2763785"/>
        <a:ext cx="972855" cy="486427"/>
      </dsp:txXfrm>
    </dsp:sp>
    <dsp:sp modelId="{D1529639-8CAA-7C44-8C7C-9AE13CA132E1}">
      <dsp:nvSpPr>
        <dsp:cNvPr id="0" name=""/>
        <dsp:cNvSpPr/>
      </dsp:nvSpPr>
      <dsp:spPr>
        <a:xfrm>
          <a:off x="5027594" y="345451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Tree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7594" y="3454513"/>
        <a:ext cx="972855" cy="486427"/>
      </dsp:txXfrm>
    </dsp:sp>
    <dsp:sp modelId="{06D5A8DA-59C7-834F-888B-23FD809D34EE}">
      <dsp:nvSpPr>
        <dsp:cNvPr id="0" name=""/>
        <dsp:cNvSpPr/>
      </dsp:nvSpPr>
      <dsp:spPr>
        <a:xfrm>
          <a:off x="5027594" y="414524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Graph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7594" y="4145240"/>
        <a:ext cx="972855" cy="4864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22C9E-835E-5645-AF5D-7834466D4748}">
      <dsp:nvSpPr>
        <dsp:cNvPr id="0" name=""/>
        <dsp:cNvSpPr/>
      </dsp:nvSpPr>
      <dsp:spPr>
        <a:xfrm>
          <a:off x="3767463" y="2131495"/>
          <a:ext cx="263965" cy="20589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8934"/>
              </a:lnTo>
              <a:lnTo>
                <a:pt x="263965" y="205893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172C3-3363-F54F-9FA3-3950DF47F2B4}">
      <dsp:nvSpPr>
        <dsp:cNvPr id="0" name=""/>
        <dsp:cNvSpPr/>
      </dsp:nvSpPr>
      <dsp:spPr>
        <a:xfrm>
          <a:off x="3767463" y="2131495"/>
          <a:ext cx="263965" cy="8094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9495"/>
              </a:lnTo>
              <a:lnTo>
                <a:pt x="263965" y="80949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4246F8-540D-F047-9DAA-4403379F4330}">
      <dsp:nvSpPr>
        <dsp:cNvPr id="0" name=""/>
        <dsp:cNvSpPr/>
      </dsp:nvSpPr>
      <dsp:spPr>
        <a:xfrm>
          <a:off x="3406710" y="882056"/>
          <a:ext cx="1064662" cy="369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776"/>
              </a:lnTo>
              <a:lnTo>
                <a:pt x="1064662" y="184776"/>
              </a:lnTo>
              <a:lnTo>
                <a:pt x="1064662" y="3695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E2BFB1-2EA0-1F4A-82B4-ABE891E932D4}">
      <dsp:nvSpPr>
        <dsp:cNvPr id="0" name=""/>
        <dsp:cNvSpPr/>
      </dsp:nvSpPr>
      <dsp:spPr>
        <a:xfrm>
          <a:off x="1638138" y="2131495"/>
          <a:ext cx="263965" cy="20589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8934"/>
              </a:lnTo>
              <a:lnTo>
                <a:pt x="263965" y="205893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D5CBC-5CFD-E64E-94DC-D7DD6C39BABC}">
      <dsp:nvSpPr>
        <dsp:cNvPr id="0" name=""/>
        <dsp:cNvSpPr/>
      </dsp:nvSpPr>
      <dsp:spPr>
        <a:xfrm>
          <a:off x="1638138" y="2131495"/>
          <a:ext cx="263965" cy="8094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9495"/>
              </a:lnTo>
              <a:lnTo>
                <a:pt x="263965" y="80949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7DFC4-7111-154F-B309-9519F20588E6}">
      <dsp:nvSpPr>
        <dsp:cNvPr id="0" name=""/>
        <dsp:cNvSpPr/>
      </dsp:nvSpPr>
      <dsp:spPr>
        <a:xfrm>
          <a:off x="2342047" y="882056"/>
          <a:ext cx="1064662" cy="369552"/>
        </a:xfrm>
        <a:custGeom>
          <a:avLst/>
          <a:gdLst/>
          <a:ahLst/>
          <a:cxnLst/>
          <a:rect l="0" t="0" r="0" b="0"/>
          <a:pathLst>
            <a:path>
              <a:moveTo>
                <a:pt x="1064662" y="0"/>
              </a:moveTo>
              <a:lnTo>
                <a:pt x="1064662" y="184776"/>
              </a:lnTo>
              <a:lnTo>
                <a:pt x="0" y="184776"/>
              </a:lnTo>
              <a:lnTo>
                <a:pt x="0" y="3695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FA5AE-6D54-EC45-A6B8-44AAE9A6F5E5}">
      <dsp:nvSpPr>
        <dsp:cNvPr id="0" name=""/>
        <dsp:cNvSpPr/>
      </dsp:nvSpPr>
      <dsp:spPr>
        <a:xfrm>
          <a:off x="2526823" y="2170"/>
          <a:ext cx="1759773" cy="87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Physical Data Structures</a:t>
          </a:r>
        </a:p>
      </dsp:txBody>
      <dsp:txXfrm>
        <a:off x="2526823" y="2170"/>
        <a:ext cx="1759773" cy="879886"/>
      </dsp:txXfrm>
    </dsp:sp>
    <dsp:sp modelId="{2886F659-6E89-BF4A-9E9B-09623E8A0CC6}">
      <dsp:nvSpPr>
        <dsp:cNvPr id="0" name=""/>
        <dsp:cNvSpPr/>
      </dsp:nvSpPr>
      <dsp:spPr>
        <a:xfrm>
          <a:off x="1462161" y="1251609"/>
          <a:ext cx="1759773" cy="87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Sequential Storage Structure</a:t>
          </a:r>
        </a:p>
      </dsp:txBody>
      <dsp:txXfrm>
        <a:off x="1462161" y="1251609"/>
        <a:ext cx="1759773" cy="879886"/>
      </dsp:txXfrm>
    </dsp:sp>
    <dsp:sp modelId="{B4FBC950-3436-5547-B874-96C0921DAD13}">
      <dsp:nvSpPr>
        <dsp:cNvPr id="0" name=""/>
        <dsp:cNvSpPr/>
      </dsp:nvSpPr>
      <dsp:spPr>
        <a:xfrm>
          <a:off x="1902104" y="2501048"/>
          <a:ext cx="1759773" cy="87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Compact Arrays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02104" y="2501048"/>
        <a:ext cx="1759773" cy="879886"/>
      </dsp:txXfrm>
    </dsp:sp>
    <dsp:sp modelId="{4A003CC7-CC23-8745-8939-193C1E158901}">
      <dsp:nvSpPr>
        <dsp:cNvPr id="0" name=""/>
        <dsp:cNvSpPr/>
      </dsp:nvSpPr>
      <dsp:spPr>
        <a:xfrm>
          <a:off x="1902104" y="3750487"/>
          <a:ext cx="1759773" cy="87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Referential Arrays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02104" y="3750487"/>
        <a:ext cx="1759773" cy="879886"/>
      </dsp:txXfrm>
    </dsp:sp>
    <dsp:sp modelId="{0BEB55F5-161A-D747-9B25-E36462DB434A}">
      <dsp:nvSpPr>
        <dsp:cNvPr id="0" name=""/>
        <dsp:cNvSpPr/>
      </dsp:nvSpPr>
      <dsp:spPr>
        <a:xfrm>
          <a:off x="3591486" y="1251609"/>
          <a:ext cx="1759773" cy="87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Linked Storage Structure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91486" y="1251609"/>
        <a:ext cx="1759773" cy="879886"/>
      </dsp:txXfrm>
    </dsp:sp>
    <dsp:sp modelId="{2A289A3D-8DE1-004D-9E92-FA08A37AE63D}">
      <dsp:nvSpPr>
        <dsp:cNvPr id="0" name=""/>
        <dsp:cNvSpPr/>
      </dsp:nvSpPr>
      <dsp:spPr>
        <a:xfrm>
          <a:off x="4031429" y="2501048"/>
          <a:ext cx="1759773" cy="87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Singly Linked List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31429" y="2501048"/>
        <a:ext cx="1759773" cy="879886"/>
      </dsp:txXfrm>
    </dsp:sp>
    <dsp:sp modelId="{9ABB7012-2C3A-1F45-A584-55AC9607BB7D}">
      <dsp:nvSpPr>
        <dsp:cNvPr id="0" name=""/>
        <dsp:cNvSpPr/>
      </dsp:nvSpPr>
      <dsp:spPr>
        <a:xfrm>
          <a:off x="4031429" y="3750487"/>
          <a:ext cx="1759773" cy="8798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Doubly Linked List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31429" y="3750487"/>
        <a:ext cx="1759773" cy="879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2131B-B6EE-ED43-A583-8F6EB61DB475}">
      <dsp:nvSpPr>
        <dsp:cNvPr id="0" name=""/>
        <dsp:cNvSpPr/>
      </dsp:nvSpPr>
      <dsp:spPr>
        <a:xfrm>
          <a:off x="7966300" y="1026434"/>
          <a:ext cx="126869" cy="27911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91124"/>
              </a:lnTo>
              <a:lnTo>
                <a:pt x="126869" y="279112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9A0CC1-55EE-D040-84BA-039E92A048DC}">
      <dsp:nvSpPr>
        <dsp:cNvPr id="0" name=""/>
        <dsp:cNvSpPr/>
      </dsp:nvSpPr>
      <dsp:spPr>
        <a:xfrm>
          <a:off x="7966300" y="1026434"/>
          <a:ext cx="126869" cy="2190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0609"/>
              </a:lnTo>
              <a:lnTo>
                <a:pt x="126869" y="21906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908ADB-9101-9145-9FF5-9125A03D53ED}">
      <dsp:nvSpPr>
        <dsp:cNvPr id="0" name=""/>
        <dsp:cNvSpPr/>
      </dsp:nvSpPr>
      <dsp:spPr>
        <a:xfrm>
          <a:off x="7966300" y="1026434"/>
          <a:ext cx="126869" cy="1590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095"/>
              </a:lnTo>
              <a:lnTo>
                <a:pt x="126869" y="159009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E9A952-999C-6443-90AE-D69CFC7C7C6D}">
      <dsp:nvSpPr>
        <dsp:cNvPr id="0" name=""/>
        <dsp:cNvSpPr/>
      </dsp:nvSpPr>
      <dsp:spPr>
        <a:xfrm>
          <a:off x="7966300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502E36-8428-4C4D-B780-B60F85D331F6}">
      <dsp:nvSpPr>
        <dsp:cNvPr id="0" name=""/>
        <dsp:cNvSpPr/>
      </dsp:nvSpPr>
      <dsp:spPr>
        <a:xfrm>
          <a:off x="7966300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C2C0C6-F7FF-E74A-99B2-8B1A0982BA2C}">
      <dsp:nvSpPr>
        <dsp:cNvPr id="0" name=""/>
        <dsp:cNvSpPr/>
      </dsp:nvSpPr>
      <dsp:spPr>
        <a:xfrm>
          <a:off x="4722676" y="425919"/>
          <a:ext cx="3581942" cy="177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808"/>
              </a:lnTo>
              <a:lnTo>
                <a:pt x="3581942" y="88808"/>
              </a:lnTo>
              <a:lnTo>
                <a:pt x="3581942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CB058D-A879-0441-98C4-7789240F8897}">
      <dsp:nvSpPr>
        <dsp:cNvPr id="0" name=""/>
        <dsp:cNvSpPr/>
      </dsp:nvSpPr>
      <dsp:spPr>
        <a:xfrm>
          <a:off x="6942888" y="1026434"/>
          <a:ext cx="126869" cy="1590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095"/>
              </a:lnTo>
              <a:lnTo>
                <a:pt x="126869" y="159009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339C03-306A-9945-8937-6B41C2B23CEF}">
      <dsp:nvSpPr>
        <dsp:cNvPr id="0" name=""/>
        <dsp:cNvSpPr/>
      </dsp:nvSpPr>
      <dsp:spPr>
        <a:xfrm>
          <a:off x="6942888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776E33-DDFC-E446-A87C-AA58DB26575C}">
      <dsp:nvSpPr>
        <dsp:cNvPr id="0" name=""/>
        <dsp:cNvSpPr/>
      </dsp:nvSpPr>
      <dsp:spPr>
        <a:xfrm>
          <a:off x="6942888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62FB0B-560E-C144-BEDD-519E87D60235}">
      <dsp:nvSpPr>
        <dsp:cNvPr id="0" name=""/>
        <dsp:cNvSpPr/>
      </dsp:nvSpPr>
      <dsp:spPr>
        <a:xfrm>
          <a:off x="4722676" y="425919"/>
          <a:ext cx="2558530" cy="177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808"/>
              </a:lnTo>
              <a:lnTo>
                <a:pt x="2558530" y="88808"/>
              </a:lnTo>
              <a:lnTo>
                <a:pt x="2558530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3B60F6-0A96-104E-BCC5-7FA7D844A77F}">
      <dsp:nvSpPr>
        <dsp:cNvPr id="0" name=""/>
        <dsp:cNvSpPr/>
      </dsp:nvSpPr>
      <dsp:spPr>
        <a:xfrm>
          <a:off x="5919476" y="1026434"/>
          <a:ext cx="126869" cy="1590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095"/>
              </a:lnTo>
              <a:lnTo>
                <a:pt x="126869" y="159009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642454-5ED4-1C44-BCBB-1187FA8ACAEF}">
      <dsp:nvSpPr>
        <dsp:cNvPr id="0" name=""/>
        <dsp:cNvSpPr/>
      </dsp:nvSpPr>
      <dsp:spPr>
        <a:xfrm>
          <a:off x="5919476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833209-0935-424D-89A9-5F02A5E8D1E2}">
      <dsp:nvSpPr>
        <dsp:cNvPr id="0" name=""/>
        <dsp:cNvSpPr/>
      </dsp:nvSpPr>
      <dsp:spPr>
        <a:xfrm>
          <a:off x="5919476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992910-58D5-754F-A584-69DE90215F18}">
      <dsp:nvSpPr>
        <dsp:cNvPr id="0" name=""/>
        <dsp:cNvSpPr/>
      </dsp:nvSpPr>
      <dsp:spPr>
        <a:xfrm>
          <a:off x="4722676" y="425919"/>
          <a:ext cx="1535118" cy="177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808"/>
              </a:lnTo>
              <a:lnTo>
                <a:pt x="1535118" y="88808"/>
              </a:lnTo>
              <a:lnTo>
                <a:pt x="1535118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71D216-C7A6-C14B-8F9B-AA7DAA5C30DC}">
      <dsp:nvSpPr>
        <dsp:cNvPr id="0" name=""/>
        <dsp:cNvSpPr/>
      </dsp:nvSpPr>
      <dsp:spPr>
        <a:xfrm>
          <a:off x="4896064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43AF29-B46A-4047-B9B9-3EF4F944E44A}">
      <dsp:nvSpPr>
        <dsp:cNvPr id="0" name=""/>
        <dsp:cNvSpPr/>
      </dsp:nvSpPr>
      <dsp:spPr>
        <a:xfrm>
          <a:off x="4896064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888EB6-C358-EC45-A0AC-AE52079124F3}">
      <dsp:nvSpPr>
        <dsp:cNvPr id="0" name=""/>
        <dsp:cNvSpPr/>
      </dsp:nvSpPr>
      <dsp:spPr>
        <a:xfrm>
          <a:off x="4722676" y="425919"/>
          <a:ext cx="511706" cy="177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808"/>
              </a:lnTo>
              <a:lnTo>
                <a:pt x="511706" y="88808"/>
              </a:lnTo>
              <a:lnTo>
                <a:pt x="511706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3B2477-238B-1D43-B313-1634EC18F9C2}">
      <dsp:nvSpPr>
        <dsp:cNvPr id="0" name=""/>
        <dsp:cNvSpPr/>
      </dsp:nvSpPr>
      <dsp:spPr>
        <a:xfrm>
          <a:off x="3872651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22C9E-835E-5645-AF5D-7834466D4748}">
      <dsp:nvSpPr>
        <dsp:cNvPr id="0" name=""/>
        <dsp:cNvSpPr/>
      </dsp:nvSpPr>
      <dsp:spPr>
        <a:xfrm>
          <a:off x="4210969" y="425919"/>
          <a:ext cx="511706" cy="177617"/>
        </a:xfrm>
        <a:custGeom>
          <a:avLst/>
          <a:gdLst/>
          <a:ahLst/>
          <a:cxnLst/>
          <a:rect l="0" t="0" r="0" b="0"/>
          <a:pathLst>
            <a:path>
              <a:moveTo>
                <a:pt x="511706" y="0"/>
              </a:moveTo>
              <a:lnTo>
                <a:pt x="511706" y="88808"/>
              </a:lnTo>
              <a:lnTo>
                <a:pt x="0" y="88808"/>
              </a:lnTo>
              <a:lnTo>
                <a:pt x="0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F063A2-72B0-7344-9CBA-40794A7EC370}">
      <dsp:nvSpPr>
        <dsp:cNvPr id="0" name=""/>
        <dsp:cNvSpPr/>
      </dsp:nvSpPr>
      <dsp:spPr>
        <a:xfrm>
          <a:off x="2849239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172C3-3363-F54F-9FA3-3950DF47F2B4}">
      <dsp:nvSpPr>
        <dsp:cNvPr id="0" name=""/>
        <dsp:cNvSpPr/>
      </dsp:nvSpPr>
      <dsp:spPr>
        <a:xfrm>
          <a:off x="2849239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73B519-5341-8C41-A16C-DB750153B6EB}">
      <dsp:nvSpPr>
        <dsp:cNvPr id="0" name=""/>
        <dsp:cNvSpPr/>
      </dsp:nvSpPr>
      <dsp:spPr>
        <a:xfrm>
          <a:off x="3187557" y="425919"/>
          <a:ext cx="1535118" cy="177617"/>
        </a:xfrm>
        <a:custGeom>
          <a:avLst/>
          <a:gdLst/>
          <a:ahLst/>
          <a:cxnLst/>
          <a:rect l="0" t="0" r="0" b="0"/>
          <a:pathLst>
            <a:path>
              <a:moveTo>
                <a:pt x="1535118" y="0"/>
              </a:moveTo>
              <a:lnTo>
                <a:pt x="1535118" y="88808"/>
              </a:lnTo>
              <a:lnTo>
                <a:pt x="0" y="88808"/>
              </a:lnTo>
              <a:lnTo>
                <a:pt x="0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4D4CED-BB8D-A546-A0EE-820D7FFA939A}">
      <dsp:nvSpPr>
        <dsp:cNvPr id="0" name=""/>
        <dsp:cNvSpPr/>
      </dsp:nvSpPr>
      <dsp:spPr>
        <a:xfrm>
          <a:off x="1825827" y="1026434"/>
          <a:ext cx="126869" cy="33916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1638"/>
              </a:lnTo>
              <a:lnTo>
                <a:pt x="126869" y="33916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ED0B91-EA5C-914F-BFF4-585C84358883}">
      <dsp:nvSpPr>
        <dsp:cNvPr id="0" name=""/>
        <dsp:cNvSpPr/>
      </dsp:nvSpPr>
      <dsp:spPr>
        <a:xfrm>
          <a:off x="1825827" y="1026434"/>
          <a:ext cx="126869" cy="27911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91124"/>
              </a:lnTo>
              <a:lnTo>
                <a:pt x="126869" y="279112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735717-B761-4A42-B1BE-D32F25076CEE}">
      <dsp:nvSpPr>
        <dsp:cNvPr id="0" name=""/>
        <dsp:cNvSpPr/>
      </dsp:nvSpPr>
      <dsp:spPr>
        <a:xfrm>
          <a:off x="1825827" y="1026434"/>
          <a:ext cx="126869" cy="2190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0609"/>
              </a:lnTo>
              <a:lnTo>
                <a:pt x="126869" y="21906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BE2A37-BCC9-EE4D-899C-5D4A557B616C}">
      <dsp:nvSpPr>
        <dsp:cNvPr id="0" name=""/>
        <dsp:cNvSpPr/>
      </dsp:nvSpPr>
      <dsp:spPr>
        <a:xfrm>
          <a:off x="1825827" y="1026434"/>
          <a:ext cx="126869" cy="1590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095"/>
              </a:lnTo>
              <a:lnTo>
                <a:pt x="126869" y="159009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5FEC52-D3C0-AF48-ACE6-3DBEE7C09076}">
      <dsp:nvSpPr>
        <dsp:cNvPr id="0" name=""/>
        <dsp:cNvSpPr/>
      </dsp:nvSpPr>
      <dsp:spPr>
        <a:xfrm>
          <a:off x="1825827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FE4AFB-EBD3-EA4C-B16B-2FC370616CD3}">
      <dsp:nvSpPr>
        <dsp:cNvPr id="0" name=""/>
        <dsp:cNvSpPr/>
      </dsp:nvSpPr>
      <dsp:spPr>
        <a:xfrm>
          <a:off x="1825827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C396C5-F04D-0049-A91D-C8ACF52F3BA5}">
      <dsp:nvSpPr>
        <dsp:cNvPr id="0" name=""/>
        <dsp:cNvSpPr/>
      </dsp:nvSpPr>
      <dsp:spPr>
        <a:xfrm>
          <a:off x="2164145" y="425919"/>
          <a:ext cx="2558530" cy="177617"/>
        </a:xfrm>
        <a:custGeom>
          <a:avLst/>
          <a:gdLst/>
          <a:ahLst/>
          <a:cxnLst/>
          <a:rect l="0" t="0" r="0" b="0"/>
          <a:pathLst>
            <a:path>
              <a:moveTo>
                <a:pt x="2558530" y="0"/>
              </a:moveTo>
              <a:lnTo>
                <a:pt x="2558530" y="88808"/>
              </a:lnTo>
              <a:lnTo>
                <a:pt x="0" y="88808"/>
              </a:lnTo>
              <a:lnTo>
                <a:pt x="0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5C4C13-876D-2B41-8298-69B0ACAF8616}">
      <dsp:nvSpPr>
        <dsp:cNvPr id="0" name=""/>
        <dsp:cNvSpPr/>
      </dsp:nvSpPr>
      <dsp:spPr>
        <a:xfrm>
          <a:off x="802415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D5CBC-5CFD-E64E-94DC-D7DD6C39BABC}">
      <dsp:nvSpPr>
        <dsp:cNvPr id="0" name=""/>
        <dsp:cNvSpPr/>
      </dsp:nvSpPr>
      <dsp:spPr>
        <a:xfrm>
          <a:off x="802415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7DFC4-7111-154F-B309-9519F20588E6}">
      <dsp:nvSpPr>
        <dsp:cNvPr id="0" name=""/>
        <dsp:cNvSpPr/>
      </dsp:nvSpPr>
      <dsp:spPr>
        <a:xfrm>
          <a:off x="1140733" y="425919"/>
          <a:ext cx="3581942" cy="177617"/>
        </a:xfrm>
        <a:custGeom>
          <a:avLst/>
          <a:gdLst/>
          <a:ahLst/>
          <a:cxnLst/>
          <a:rect l="0" t="0" r="0" b="0"/>
          <a:pathLst>
            <a:path>
              <a:moveTo>
                <a:pt x="3581942" y="0"/>
              </a:moveTo>
              <a:lnTo>
                <a:pt x="3581942" y="88808"/>
              </a:lnTo>
              <a:lnTo>
                <a:pt x="0" y="88808"/>
              </a:lnTo>
              <a:lnTo>
                <a:pt x="0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FA5AE-6D54-EC45-A6B8-44AAE9A6F5E5}">
      <dsp:nvSpPr>
        <dsp:cNvPr id="0" name=""/>
        <dsp:cNvSpPr/>
      </dsp:nvSpPr>
      <dsp:spPr>
        <a:xfrm>
          <a:off x="3854272" y="3021"/>
          <a:ext cx="1736806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Algorithms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Bound to Data Structures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54272" y="3021"/>
        <a:ext cx="1736806" cy="422897"/>
      </dsp:txXfrm>
    </dsp:sp>
    <dsp:sp modelId="{2886F659-6E89-BF4A-9E9B-09623E8A0CC6}">
      <dsp:nvSpPr>
        <dsp:cNvPr id="0" name=""/>
        <dsp:cNvSpPr/>
      </dsp:nvSpPr>
      <dsp:spPr>
        <a:xfrm>
          <a:off x="717835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Array / List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(Search)</a:t>
          </a:r>
        </a:p>
      </dsp:txBody>
      <dsp:txXfrm>
        <a:off x="717835" y="603536"/>
        <a:ext cx="845795" cy="422897"/>
      </dsp:txXfrm>
    </dsp:sp>
    <dsp:sp modelId="{B4FBC950-3436-5547-B874-96C0921DAD13}">
      <dsp:nvSpPr>
        <dsp:cNvPr id="0" name=""/>
        <dsp:cNvSpPr/>
      </dsp:nvSpPr>
      <dsp:spPr>
        <a:xfrm>
          <a:off x="929284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Linear   Search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29284" y="1204051"/>
        <a:ext cx="845795" cy="422897"/>
      </dsp:txXfrm>
    </dsp:sp>
    <dsp:sp modelId="{F0627D8D-C6AA-E04D-804F-F7DC3893F37C}">
      <dsp:nvSpPr>
        <dsp:cNvPr id="0" name=""/>
        <dsp:cNvSpPr/>
      </dsp:nvSpPr>
      <dsp:spPr>
        <a:xfrm>
          <a:off x="929284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Binary   Search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29284" y="1804565"/>
        <a:ext cx="845795" cy="422897"/>
      </dsp:txXfrm>
    </dsp:sp>
    <dsp:sp modelId="{14A255AF-1673-7644-8DF7-86489B12401C}">
      <dsp:nvSpPr>
        <dsp:cNvPr id="0" name=""/>
        <dsp:cNvSpPr/>
      </dsp:nvSpPr>
      <dsp:spPr>
        <a:xfrm>
          <a:off x="1741247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Array / List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(Sort)</a:t>
          </a:r>
        </a:p>
      </dsp:txBody>
      <dsp:txXfrm>
        <a:off x="1741247" y="603536"/>
        <a:ext cx="845795" cy="422897"/>
      </dsp:txXfrm>
    </dsp:sp>
    <dsp:sp modelId="{0D4EE3D3-840D-3E4D-A89D-08C23105C712}">
      <dsp:nvSpPr>
        <dsp:cNvPr id="0" name=""/>
        <dsp:cNvSpPr/>
      </dsp:nvSpPr>
      <dsp:spPr>
        <a:xfrm>
          <a:off x="1952696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Insertion    Sort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52696" y="1204051"/>
        <a:ext cx="845795" cy="422897"/>
      </dsp:txXfrm>
    </dsp:sp>
    <dsp:sp modelId="{CB711D15-F532-2340-BD6F-71E83649A936}">
      <dsp:nvSpPr>
        <dsp:cNvPr id="0" name=""/>
        <dsp:cNvSpPr/>
      </dsp:nvSpPr>
      <dsp:spPr>
        <a:xfrm>
          <a:off x="1952696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Merge       Sort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52696" y="1804565"/>
        <a:ext cx="845795" cy="422897"/>
      </dsp:txXfrm>
    </dsp:sp>
    <dsp:sp modelId="{083A3DB8-3784-B14F-B09D-EC1C404C64C1}">
      <dsp:nvSpPr>
        <dsp:cNvPr id="0" name=""/>
        <dsp:cNvSpPr/>
      </dsp:nvSpPr>
      <dsp:spPr>
        <a:xfrm>
          <a:off x="1952696" y="2405080"/>
          <a:ext cx="845795" cy="422897"/>
        </a:xfrm>
        <a:prstGeom prst="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Selection   Sort</a:t>
          </a:r>
          <a:endParaRPr lang="zh-TW" altLang="en-US" sz="1000" kern="1200" dirty="0">
            <a:solidFill>
              <a:prstClr val="white"/>
            </a:solidFill>
            <a:latin typeface="Arial" panose="020B0604020202020204" pitchFamily="34" charset="0"/>
            <a:ea typeface="新細明體" panose="02020500000000000000" pitchFamily="18" charset="-120"/>
            <a:cs typeface="Arial" panose="020B0604020202020204" pitchFamily="34" charset="0"/>
          </a:endParaRPr>
        </a:p>
      </dsp:txBody>
      <dsp:txXfrm>
        <a:off x="1952696" y="2405080"/>
        <a:ext cx="845795" cy="422897"/>
      </dsp:txXfrm>
    </dsp:sp>
    <dsp:sp modelId="{B8FDF131-DD4B-A041-B01C-80FD576B6158}">
      <dsp:nvSpPr>
        <dsp:cNvPr id="0" name=""/>
        <dsp:cNvSpPr/>
      </dsp:nvSpPr>
      <dsp:spPr>
        <a:xfrm>
          <a:off x="1952696" y="3005595"/>
          <a:ext cx="845795" cy="422897"/>
        </a:xfrm>
        <a:prstGeom prst="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Bubble      Sort</a:t>
          </a:r>
          <a:endParaRPr lang="zh-TW" altLang="en-US" sz="1000" kern="1200" dirty="0">
            <a:solidFill>
              <a:prstClr val="white"/>
            </a:solidFill>
            <a:latin typeface="Arial" panose="020B0604020202020204" pitchFamily="34" charset="0"/>
            <a:ea typeface="新細明體" panose="02020500000000000000" pitchFamily="18" charset="-120"/>
            <a:cs typeface="Arial" panose="020B0604020202020204" pitchFamily="34" charset="0"/>
          </a:endParaRPr>
        </a:p>
      </dsp:txBody>
      <dsp:txXfrm>
        <a:off x="1952696" y="3005595"/>
        <a:ext cx="845795" cy="422897"/>
      </dsp:txXfrm>
    </dsp:sp>
    <dsp:sp modelId="{8D801C39-A2D2-FF49-B278-48B59A8FF682}">
      <dsp:nvSpPr>
        <dsp:cNvPr id="0" name=""/>
        <dsp:cNvSpPr/>
      </dsp:nvSpPr>
      <dsp:spPr>
        <a:xfrm>
          <a:off x="1952696" y="3606109"/>
          <a:ext cx="845795" cy="422897"/>
        </a:xfrm>
        <a:prstGeom prst="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Quick        Sort</a:t>
          </a:r>
        </a:p>
      </dsp:txBody>
      <dsp:txXfrm>
        <a:off x="1952696" y="3606109"/>
        <a:ext cx="845795" cy="422897"/>
      </dsp:txXfrm>
    </dsp:sp>
    <dsp:sp modelId="{D7AD1EBE-59E5-5048-BB44-E5298BD29E72}">
      <dsp:nvSpPr>
        <dsp:cNvPr id="0" name=""/>
        <dsp:cNvSpPr/>
      </dsp:nvSpPr>
      <dsp:spPr>
        <a:xfrm>
          <a:off x="1952696" y="4206624"/>
          <a:ext cx="845795" cy="422897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Heap         Sort</a:t>
          </a:r>
        </a:p>
      </dsp:txBody>
      <dsp:txXfrm>
        <a:off x="1952696" y="4206624"/>
        <a:ext cx="845795" cy="422897"/>
      </dsp:txXfrm>
    </dsp:sp>
    <dsp:sp modelId="{9B548B30-8B19-854E-805C-72430CF92AC8}">
      <dsp:nvSpPr>
        <dsp:cNvPr id="0" name=""/>
        <dsp:cNvSpPr/>
      </dsp:nvSpPr>
      <dsp:spPr>
        <a:xfrm>
          <a:off x="2764660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Stack</a:t>
          </a:r>
        </a:p>
      </dsp:txBody>
      <dsp:txXfrm>
        <a:off x="2764660" y="603536"/>
        <a:ext cx="845795" cy="422897"/>
      </dsp:txXfrm>
    </dsp:sp>
    <dsp:sp modelId="{2A289A3D-8DE1-004D-9E92-FA08A37AE63D}">
      <dsp:nvSpPr>
        <dsp:cNvPr id="0" name=""/>
        <dsp:cNvSpPr/>
      </dsp:nvSpPr>
      <dsp:spPr>
        <a:xfrm>
          <a:off x="2976108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" panose="020B0604020202020204" pitchFamily="34" charset="0"/>
              <a:cs typeface="Arial" panose="020B0604020202020204" pitchFamily="34" charset="0"/>
            </a:rPr>
            <a:t>Evaluating expressions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6108" y="1204051"/>
        <a:ext cx="845795" cy="422897"/>
      </dsp:txXfrm>
    </dsp:sp>
    <dsp:sp modelId="{2BC2E83E-9DC0-804A-BFC3-51BC6986B490}">
      <dsp:nvSpPr>
        <dsp:cNvPr id="0" name=""/>
        <dsp:cNvSpPr/>
      </dsp:nvSpPr>
      <dsp:spPr>
        <a:xfrm>
          <a:off x="2976108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" panose="020B0604020202020204" pitchFamily="34" charset="0"/>
              <a:cs typeface="Arial" panose="020B0604020202020204" pitchFamily="34" charset="0"/>
            </a:rPr>
            <a:t>Parentheses checking</a:t>
          </a:r>
          <a:endParaRPr lang="en-US" altLang="zh-TW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6108" y="1804565"/>
        <a:ext cx="845795" cy="422897"/>
      </dsp:txXfrm>
    </dsp:sp>
    <dsp:sp modelId="{9ABB7012-2C3A-1F45-A584-55AC9607BB7D}">
      <dsp:nvSpPr>
        <dsp:cNvPr id="0" name=""/>
        <dsp:cNvSpPr/>
      </dsp:nvSpPr>
      <dsp:spPr>
        <a:xfrm>
          <a:off x="3788072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Queue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88072" y="603536"/>
        <a:ext cx="845795" cy="422897"/>
      </dsp:txXfrm>
    </dsp:sp>
    <dsp:sp modelId="{D1529639-8CAA-7C44-8C7C-9AE13CA132E1}">
      <dsp:nvSpPr>
        <dsp:cNvPr id="0" name=""/>
        <dsp:cNvSpPr/>
      </dsp:nvSpPr>
      <dsp:spPr>
        <a:xfrm>
          <a:off x="3999521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BFS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99521" y="1204051"/>
        <a:ext cx="845795" cy="422897"/>
      </dsp:txXfrm>
    </dsp:sp>
    <dsp:sp modelId="{28E97897-196F-3947-858F-5EC95C36F56A}">
      <dsp:nvSpPr>
        <dsp:cNvPr id="0" name=""/>
        <dsp:cNvSpPr/>
      </dsp:nvSpPr>
      <dsp:spPr>
        <a:xfrm>
          <a:off x="4811484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Heap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11484" y="603536"/>
        <a:ext cx="845795" cy="422897"/>
      </dsp:txXfrm>
    </dsp:sp>
    <dsp:sp modelId="{BC97A0F7-4AFF-6845-B01D-AD73CFDAF169}">
      <dsp:nvSpPr>
        <dsp:cNvPr id="0" name=""/>
        <dsp:cNvSpPr/>
      </dsp:nvSpPr>
      <dsp:spPr>
        <a:xfrm>
          <a:off x="5022933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Priority   queue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2933" y="1204051"/>
        <a:ext cx="845795" cy="422897"/>
      </dsp:txXfrm>
    </dsp:sp>
    <dsp:sp modelId="{E1A29162-EB4F-1349-817B-885DC090AEB8}">
      <dsp:nvSpPr>
        <dsp:cNvPr id="0" name=""/>
        <dsp:cNvSpPr/>
      </dsp:nvSpPr>
      <dsp:spPr>
        <a:xfrm>
          <a:off x="5022933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N-</a:t>
          </a:r>
          <a:r>
            <a:rPr lang="en-US" altLang="zh-TW" sz="1000" kern="1200" dirty="0" err="1">
              <a:latin typeface="Arial" panose="020B0604020202020204" pitchFamily="34" charset="0"/>
              <a:cs typeface="Arial" panose="020B0604020202020204" pitchFamily="34" charset="0"/>
            </a:rPr>
            <a:t>th</a:t>
          </a: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 max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2933" y="1804565"/>
        <a:ext cx="845795" cy="422897"/>
      </dsp:txXfrm>
    </dsp:sp>
    <dsp:sp modelId="{FAA7757E-3C56-E542-8B4B-132D8A6882AD}">
      <dsp:nvSpPr>
        <dsp:cNvPr id="0" name=""/>
        <dsp:cNvSpPr/>
      </dsp:nvSpPr>
      <dsp:spPr>
        <a:xfrm>
          <a:off x="5834896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Hash Table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834896" y="603536"/>
        <a:ext cx="845795" cy="422897"/>
      </dsp:txXfrm>
    </dsp:sp>
    <dsp:sp modelId="{E4865507-F47C-3140-8802-1B10D03221D0}">
      <dsp:nvSpPr>
        <dsp:cNvPr id="0" name=""/>
        <dsp:cNvSpPr/>
      </dsp:nvSpPr>
      <dsp:spPr>
        <a:xfrm>
          <a:off x="6046345" y="1204051"/>
          <a:ext cx="845795" cy="422897"/>
        </a:xfrm>
        <a:prstGeom prst="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Frequency</a:t>
          </a:r>
          <a:r>
            <a:rPr lang="en-US" altLang="zh-TW" sz="1400" kern="1200" dirty="0"/>
            <a:t> </a:t>
          </a: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Counting</a:t>
          </a:r>
          <a:endParaRPr lang="zh-TW" altLang="en-US" sz="1000" kern="1200" dirty="0">
            <a:solidFill>
              <a:prstClr val="white"/>
            </a:solidFill>
            <a:latin typeface="Arial" panose="020B0604020202020204" pitchFamily="34" charset="0"/>
            <a:ea typeface="新細明體" panose="02020500000000000000" pitchFamily="18" charset="-120"/>
            <a:cs typeface="Arial" panose="020B0604020202020204" pitchFamily="34" charset="0"/>
          </a:endParaRPr>
        </a:p>
      </dsp:txBody>
      <dsp:txXfrm>
        <a:off x="6046345" y="1204051"/>
        <a:ext cx="845795" cy="422897"/>
      </dsp:txXfrm>
    </dsp:sp>
    <dsp:sp modelId="{81828ADA-BB3F-C245-8976-C4C60D929515}">
      <dsp:nvSpPr>
        <dsp:cNvPr id="0" name=""/>
        <dsp:cNvSpPr/>
      </dsp:nvSpPr>
      <dsp:spPr>
        <a:xfrm>
          <a:off x="6046345" y="1804565"/>
          <a:ext cx="845795" cy="422897"/>
        </a:xfrm>
        <a:prstGeom prst="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Two-sum</a:t>
          </a:r>
          <a:endParaRPr lang="zh-TW" altLang="en-US" sz="1000" kern="1200" dirty="0">
            <a:solidFill>
              <a:prstClr val="white"/>
            </a:solidFill>
            <a:latin typeface="Arial" panose="020B0604020202020204" pitchFamily="34" charset="0"/>
            <a:ea typeface="新細明體" panose="02020500000000000000" pitchFamily="18" charset="-120"/>
            <a:cs typeface="Arial" panose="020B0604020202020204" pitchFamily="34" charset="0"/>
          </a:endParaRPr>
        </a:p>
      </dsp:txBody>
      <dsp:txXfrm>
        <a:off x="6046345" y="1804565"/>
        <a:ext cx="845795" cy="422897"/>
      </dsp:txXfrm>
    </dsp:sp>
    <dsp:sp modelId="{1EBC8C54-5FBA-534D-AFCF-C82BDFAF3870}">
      <dsp:nvSpPr>
        <dsp:cNvPr id="0" name=""/>
        <dsp:cNvSpPr/>
      </dsp:nvSpPr>
      <dsp:spPr>
        <a:xfrm>
          <a:off x="6046345" y="2405080"/>
          <a:ext cx="845795" cy="422897"/>
        </a:xfrm>
        <a:prstGeom prst="rect">
          <a:avLst/>
        </a:prstGeom>
        <a:solidFill>
          <a:prstClr val="white">
            <a:lumMod val="75000"/>
          </a:prst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solidFill>
                <a:prstClr val="white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rPr>
            <a:t>Deduplication</a:t>
          </a:r>
          <a:endParaRPr lang="zh-TW" altLang="en-US" sz="1000" kern="1200" dirty="0">
            <a:solidFill>
              <a:prstClr val="white"/>
            </a:solidFill>
            <a:latin typeface="Arial" panose="020B0604020202020204" pitchFamily="34" charset="0"/>
            <a:ea typeface="新細明體" panose="02020500000000000000" pitchFamily="18" charset="-120"/>
            <a:cs typeface="Arial" panose="020B0604020202020204" pitchFamily="34" charset="0"/>
          </a:endParaRPr>
        </a:p>
      </dsp:txBody>
      <dsp:txXfrm>
        <a:off x="6046345" y="2405080"/>
        <a:ext cx="845795" cy="422897"/>
      </dsp:txXfrm>
    </dsp:sp>
    <dsp:sp modelId="{39F14121-2ABA-DE43-AA68-BA3EC91BAD84}">
      <dsp:nvSpPr>
        <dsp:cNvPr id="0" name=""/>
        <dsp:cNvSpPr/>
      </dsp:nvSpPr>
      <dsp:spPr>
        <a:xfrm>
          <a:off x="6858309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Tree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858309" y="603536"/>
        <a:ext cx="845795" cy="422897"/>
      </dsp:txXfrm>
    </dsp:sp>
    <dsp:sp modelId="{87149FAA-9019-E840-A6AA-5C306766E4FC}">
      <dsp:nvSpPr>
        <dsp:cNvPr id="0" name=""/>
        <dsp:cNvSpPr/>
      </dsp:nvSpPr>
      <dsp:spPr>
        <a:xfrm>
          <a:off x="7069757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BST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69757" y="1204051"/>
        <a:ext cx="845795" cy="422897"/>
      </dsp:txXfrm>
    </dsp:sp>
    <dsp:sp modelId="{4BF2A3BD-D34A-0D41-9731-6663825E4C85}">
      <dsp:nvSpPr>
        <dsp:cNvPr id="0" name=""/>
        <dsp:cNvSpPr/>
      </dsp:nvSpPr>
      <dsp:spPr>
        <a:xfrm>
          <a:off x="7069757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Tree  Traversal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69757" y="1804565"/>
        <a:ext cx="845795" cy="422897"/>
      </dsp:txXfrm>
    </dsp:sp>
    <dsp:sp modelId="{EDC72352-D439-4D47-8A58-DB1A205A6E2C}">
      <dsp:nvSpPr>
        <dsp:cNvPr id="0" name=""/>
        <dsp:cNvSpPr/>
      </dsp:nvSpPr>
      <dsp:spPr>
        <a:xfrm>
          <a:off x="7069757" y="2405080"/>
          <a:ext cx="845795" cy="422897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Balanced  Tree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69757" y="2405080"/>
        <a:ext cx="845795" cy="422897"/>
      </dsp:txXfrm>
    </dsp:sp>
    <dsp:sp modelId="{8D2222E6-CBB1-E746-B95E-31957EC94023}">
      <dsp:nvSpPr>
        <dsp:cNvPr id="0" name=""/>
        <dsp:cNvSpPr/>
      </dsp:nvSpPr>
      <dsp:spPr>
        <a:xfrm>
          <a:off x="7881721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Graph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81721" y="603536"/>
        <a:ext cx="845795" cy="422897"/>
      </dsp:txXfrm>
    </dsp:sp>
    <dsp:sp modelId="{C2C74BB8-6442-1A45-8767-36323B0DC3D9}">
      <dsp:nvSpPr>
        <dsp:cNvPr id="0" name=""/>
        <dsp:cNvSpPr/>
      </dsp:nvSpPr>
      <dsp:spPr>
        <a:xfrm>
          <a:off x="8093170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BFS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93170" y="1204051"/>
        <a:ext cx="845795" cy="422897"/>
      </dsp:txXfrm>
    </dsp:sp>
    <dsp:sp modelId="{D1E62DC2-20C0-0041-9653-CED5CAEAF722}">
      <dsp:nvSpPr>
        <dsp:cNvPr id="0" name=""/>
        <dsp:cNvSpPr/>
      </dsp:nvSpPr>
      <dsp:spPr>
        <a:xfrm>
          <a:off x="8093170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DFS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93170" y="1804565"/>
        <a:ext cx="845795" cy="422897"/>
      </dsp:txXfrm>
    </dsp:sp>
    <dsp:sp modelId="{81CFC0AF-CB74-8B46-9869-262223701FF3}">
      <dsp:nvSpPr>
        <dsp:cNvPr id="0" name=""/>
        <dsp:cNvSpPr/>
      </dsp:nvSpPr>
      <dsp:spPr>
        <a:xfrm>
          <a:off x="8093170" y="2405080"/>
          <a:ext cx="845795" cy="422897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Topological Sort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93170" y="2405080"/>
        <a:ext cx="845795" cy="422897"/>
      </dsp:txXfrm>
    </dsp:sp>
    <dsp:sp modelId="{72328E71-3701-E546-9818-800D9C1317F8}">
      <dsp:nvSpPr>
        <dsp:cNvPr id="0" name=""/>
        <dsp:cNvSpPr/>
      </dsp:nvSpPr>
      <dsp:spPr>
        <a:xfrm>
          <a:off x="8093170" y="3005595"/>
          <a:ext cx="845795" cy="422897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Shortest Path (</a:t>
          </a:r>
          <a:r>
            <a:rPr lang="en-US" sz="1000" kern="1200" dirty="0">
              <a:latin typeface="Arial" panose="020B0604020202020204" pitchFamily="34" charset="0"/>
              <a:cs typeface="Arial" panose="020B0604020202020204" pitchFamily="34" charset="0"/>
            </a:rPr>
            <a:t>Dijkstra</a:t>
          </a: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93170" y="3005595"/>
        <a:ext cx="845795" cy="422897"/>
      </dsp:txXfrm>
    </dsp:sp>
    <dsp:sp modelId="{2DABABF4-3B19-DD4B-9A93-7FF2CE8E9E1C}">
      <dsp:nvSpPr>
        <dsp:cNvPr id="0" name=""/>
        <dsp:cNvSpPr/>
      </dsp:nvSpPr>
      <dsp:spPr>
        <a:xfrm>
          <a:off x="8093170" y="3606109"/>
          <a:ext cx="845795" cy="422897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Minimum Spanning Tree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93170" y="3606109"/>
        <a:ext cx="845795" cy="4228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C085B-F4E7-5C41-82A9-EC78F238545F}">
      <dsp:nvSpPr>
        <dsp:cNvPr id="0" name=""/>
        <dsp:cNvSpPr/>
      </dsp:nvSpPr>
      <dsp:spPr>
        <a:xfrm>
          <a:off x="5902524" y="1576871"/>
          <a:ext cx="195260" cy="24472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7259"/>
              </a:lnTo>
              <a:lnTo>
                <a:pt x="195260" y="24472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5C9D02-BD9C-954E-950E-F2A97E1197D5}">
      <dsp:nvSpPr>
        <dsp:cNvPr id="0" name=""/>
        <dsp:cNvSpPr/>
      </dsp:nvSpPr>
      <dsp:spPr>
        <a:xfrm>
          <a:off x="5902524" y="1576871"/>
          <a:ext cx="195260" cy="1523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3028"/>
              </a:lnTo>
              <a:lnTo>
                <a:pt x="195260" y="15230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561D9C-6FF4-2D4D-AAD5-1B8EDDE0E211}">
      <dsp:nvSpPr>
        <dsp:cNvPr id="0" name=""/>
        <dsp:cNvSpPr/>
      </dsp:nvSpPr>
      <dsp:spPr>
        <a:xfrm>
          <a:off x="5902524" y="1576871"/>
          <a:ext cx="195260" cy="5987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8797"/>
              </a:lnTo>
              <a:lnTo>
                <a:pt x="195260" y="59879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A41B80-14D7-2443-88A1-A7907013552A}">
      <dsp:nvSpPr>
        <dsp:cNvPr id="0" name=""/>
        <dsp:cNvSpPr/>
      </dsp:nvSpPr>
      <dsp:spPr>
        <a:xfrm>
          <a:off x="4060571" y="652640"/>
          <a:ext cx="2362646" cy="2733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682"/>
              </a:lnTo>
              <a:lnTo>
                <a:pt x="2362646" y="136682"/>
              </a:lnTo>
              <a:lnTo>
                <a:pt x="2362646" y="2733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53EF29-5940-0048-BE61-7B42C478CBE1}">
      <dsp:nvSpPr>
        <dsp:cNvPr id="0" name=""/>
        <dsp:cNvSpPr/>
      </dsp:nvSpPr>
      <dsp:spPr>
        <a:xfrm>
          <a:off x="4327426" y="1576871"/>
          <a:ext cx="195260" cy="24472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7259"/>
              </a:lnTo>
              <a:lnTo>
                <a:pt x="195260" y="24472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B9FDC-589E-184C-BBA0-4828E9C7B3F5}">
      <dsp:nvSpPr>
        <dsp:cNvPr id="0" name=""/>
        <dsp:cNvSpPr/>
      </dsp:nvSpPr>
      <dsp:spPr>
        <a:xfrm>
          <a:off x="4327426" y="1576871"/>
          <a:ext cx="195260" cy="1523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3028"/>
              </a:lnTo>
              <a:lnTo>
                <a:pt x="195260" y="15230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D043BA-F485-3A42-B37A-A45D562BFC64}">
      <dsp:nvSpPr>
        <dsp:cNvPr id="0" name=""/>
        <dsp:cNvSpPr/>
      </dsp:nvSpPr>
      <dsp:spPr>
        <a:xfrm>
          <a:off x="4327426" y="1576871"/>
          <a:ext cx="195260" cy="5987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8797"/>
              </a:lnTo>
              <a:lnTo>
                <a:pt x="195260" y="59879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410B5-B416-7849-B459-5A962C9E8CAE}">
      <dsp:nvSpPr>
        <dsp:cNvPr id="0" name=""/>
        <dsp:cNvSpPr/>
      </dsp:nvSpPr>
      <dsp:spPr>
        <a:xfrm>
          <a:off x="4060571" y="652640"/>
          <a:ext cx="787548" cy="2733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682"/>
              </a:lnTo>
              <a:lnTo>
                <a:pt x="787548" y="136682"/>
              </a:lnTo>
              <a:lnTo>
                <a:pt x="787548" y="2733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2D0D41-5CF4-D342-8F48-0FDFFD86B1F0}">
      <dsp:nvSpPr>
        <dsp:cNvPr id="0" name=""/>
        <dsp:cNvSpPr/>
      </dsp:nvSpPr>
      <dsp:spPr>
        <a:xfrm>
          <a:off x="2752328" y="1576871"/>
          <a:ext cx="195260" cy="24472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7259"/>
              </a:lnTo>
              <a:lnTo>
                <a:pt x="195260" y="24472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BB6B-C6A7-1140-AB3E-D359B07E2050}">
      <dsp:nvSpPr>
        <dsp:cNvPr id="0" name=""/>
        <dsp:cNvSpPr/>
      </dsp:nvSpPr>
      <dsp:spPr>
        <a:xfrm>
          <a:off x="2752328" y="1576871"/>
          <a:ext cx="195260" cy="1523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3028"/>
              </a:lnTo>
              <a:lnTo>
                <a:pt x="195260" y="15230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EF5ED1-DAEC-3C47-A9F0-FE1B6B900A99}">
      <dsp:nvSpPr>
        <dsp:cNvPr id="0" name=""/>
        <dsp:cNvSpPr/>
      </dsp:nvSpPr>
      <dsp:spPr>
        <a:xfrm>
          <a:off x="2752328" y="1576871"/>
          <a:ext cx="195260" cy="5987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8797"/>
              </a:lnTo>
              <a:lnTo>
                <a:pt x="195260" y="59879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9C65A5-C5F5-0E46-9055-AC2648C002EE}">
      <dsp:nvSpPr>
        <dsp:cNvPr id="0" name=""/>
        <dsp:cNvSpPr/>
      </dsp:nvSpPr>
      <dsp:spPr>
        <a:xfrm>
          <a:off x="3273022" y="652640"/>
          <a:ext cx="787548" cy="273364"/>
        </a:xfrm>
        <a:custGeom>
          <a:avLst/>
          <a:gdLst/>
          <a:ahLst/>
          <a:cxnLst/>
          <a:rect l="0" t="0" r="0" b="0"/>
          <a:pathLst>
            <a:path>
              <a:moveTo>
                <a:pt x="787548" y="0"/>
              </a:moveTo>
              <a:lnTo>
                <a:pt x="787548" y="136682"/>
              </a:lnTo>
              <a:lnTo>
                <a:pt x="0" y="136682"/>
              </a:lnTo>
              <a:lnTo>
                <a:pt x="0" y="2733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EC5A6C-12AE-6E44-B761-CF66AE16A88B}">
      <dsp:nvSpPr>
        <dsp:cNvPr id="0" name=""/>
        <dsp:cNvSpPr/>
      </dsp:nvSpPr>
      <dsp:spPr>
        <a:xfrm>
          <a:off x="1177231" y="1576871"/>
          <a:ext cx="195260" cy="24472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7259"/>
              </a:lnTo>
              <a:lnTo>
                <a:pt x="195260" y="24472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D91E12-C830-5042-95BD-DE100E863AEC}">
      <dsp:nvSpPr>
        <dsp:cNvPr id="0" name=""/>
        <dsp:cNvSpPr/>
      </dsp:nvSpPr>
      <dsp:spPr>
        <a:xfrm>
          <a:off x="1177231" y="1576871"/>
          <a:ext cx="195260" cy="1523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3028"/>
              </a:lnTo>
              <a:lnTo>
                <a:pt x="195260" y="15230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90D505-34BA-F345-9D64-69C4C5CF194C}">
      <dsp:nvSpPr>
        <dsp:cNvPr id="0" name=""/>
        <dsp:cNvSpPr/>
      </dsp:nvSpPr>
      <dsp:spPr>
        <a:xfrm>
          <a:off x="1177231" y="1576871"/>
          <a:ext cx="195260" cy="5987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8797"/>
              </a:lnTo>
              <a:lnTo>
                <a:pt x="195260" y="59879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31BC4F-EE78-524B-B75A-91DBE4DA6D06}">
      <dsp:nvSpPr>
        <dsp:cNvPr id="0" name=""/>
        <dsp:cNvSpPr/>
      </dsp:nvSpPr>
      <dsp:spPr>
        <a:xfrm>
          <a:off x="1697924" y="652640"/>
          <a:ext cx="2362646" cy="273364"/>
        </a:xfrm>
        <a:custGeom>
          <a:avLst/>
          <a:gdLst/>
          <a:ahLst/>
          <a:cxnLst/>
          <a:rect l="0" t="0" r="0" b="0"/>
          <a:pathLst>
            <a:path>
              <a:moveTo>
                <a:pt x="2362646" y="0"/>
              </a:moveTo>
              <a:lnTo>
                <a:pt x="2362646" y="136682"/>
              </a:lnTo>
              <a:lnTo>
                <a:pt x="0" y="136682"/>
              </a:lnTo>
              <a:lnTo>
                <a:pt x="0" y="2733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CB75FF-A3C9-1C43-83C1-729B235B27AF}">
      <dsp:nvSpPr>
        <dsp:cNvPr id="0" name=""/>
        <dsp:cNvSpPr/>
      </dsp:nvSpPr>
      <dsp:spPr>
        <a:xfrm>
          <a:off x="3409704" y="1773"/>
          <a:ext cx="1301733" cy="650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" panose="020B0604020202020204" pitchFamily="34" charset="0"/>
              <a:cs typeface="Arial" panose="020B0604020202020204" pitchFamily="34" charset="0"/>
            </a:rPr>
            <a:t>Algorithmic Paradigms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09704" y="1773"/>
        <a:ext cx="1301733" cy="650866"/>
      </dsp:txXfrm>
    </dsp:sp>
    <dsp:sp modelId="{A1DCC881-6B5A-2748-8DBB-3929CDCBCD66}">
      <dsp:nvSpPr>
        <dsp:cNvPr id="0" name=""/>
        <dsp:cNvSpPr/>
      </dsp:nvSpPr>
      <dsp:spPr>
        <a:xfrm>
          <a:off x="1047057" y="926004"/>
          <a:ext cx="1301733" cy="650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" panose="020B0604020202020204" pitchFamily="34" charset="0"/>
              <a:cs typeface="Arial" panose="020B0604020202020204" pitchFamily="34" charset="0"/>
            </a:rPr>
            <a:t>Brute Force</a:t>
          </a:r>
        </a:p>
      </dsp:txBody>
      <dsp:txXfrm>
        <a:off x="1047057" y="926004"/>
        <a:ext cx="1301733" cy="650866"/>
      </dsp:txXfrm>
    </dsp:sp>
    <dsp:sp modelId="{6AFC0196-01F6-0240-99F1-2361465AF458}">
      <dsp:nvSpPr>
        <dsp:cNvPr id="0" name=""/>
        <dsp:cNvSpPr/>
      </dsp:nvSpPr>
      <dsp:spPr>
        <a:xfrm>
          <a:off x="1372491" y="1850235"/>
          <a:ext cx="1301733" cy="650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Linear search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72491" y="1850235"/>
        <a:ext cx="1301733" cy="650866"/>
      </dsp:txXfrm>
    </dsp:sp>
    <dsp:sp modelId="{9BD1E258-8689-464A-A587-4EB3F5827A63}">
      <dsp:nvSpPr>
        <dsp:cNvPr id="0" name=""/>
        <dsp:cNvSpPr/>
      </dsp:nvSpPr>
      <dsp:spPr>
        <a:xfrm>
          <a:off x="1372491" y="2774466"/>
          <a:ext cx="1301733" cy="650866"/>
        </a:xfrm>
        <a:prstGeom prst="rect">
          <a:avLst/>
        </a:prstGeom>
        <a:solidFill>
          <a:prstClr val="white">
            <a:lumMod val="75000"/>
          </a:prst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altLang="zh-TW" sz="1200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Subset</a:t>
          </a:r>
          <a:endParaRPr lang="zh-TW" altLang="en-US" sz="1200" kern="1200" dirty="0">
            <a:solidFill>
              <a:prstClr val="white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372491" y="2774466"/>
        <a:ext cx="1301733" cy="650866"/>
      </dsp:txXfrm>
    </dsp:sp>
    <dsp:sp modelId="{5B7F08E5-1124-2143-9E15-06A29F73FB9F}">
      <dsp:nvSpPr>
        <dsp:cNvPr id="0" name=""/>
        <dsp:cNvSpPr/>
      </dsp:nvSpPr>
      <dsp:spPr>
        <a:xfrm>
          <a:off x="1372491" y="3698697"/>
          <a:ext cx="1301733" cy="650866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altLang="zh-TW" sz="1200" kern="1200" dirty="0">
              <a:latin typeface="Arial" panose="020B0604020202020204" pitchFamily="34" charset="0"/>
              <a:cs typeface="Arial" panose="020B0604020202020204" pitchFamily="34" charset="0"/>
            </a:rPr>
            <a:t>Permutation</a:t>
          </a:r>
          <a:endParaRPr lang="zh-TW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72491" y="3698697"/>
        <a:ext cx="1301733" cy="650866"/>
      </dsp:txXfrm>
    </dsp:sp>
    <dsp:sp modelId="{57F2F2F1-DECF-A044-B0A4-203A150C93AF}">
      <dsp:nvSpPr>
        <dsp:cNvPr id="0" name=""/>
        <dsp:cNvSpPr/>
      </dsp:nvSpPr>
      <dsp:spPr>
        <a:xfrm>
          <a:off x="2622155" y="926004"/>
          <a:ext cx="1301733" cy="650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" panose="020B0604020202020204" pitchFamily="34" charset="0"/>
              <a:cs typeface="Arial" panose="020B0604020202020204" pitchFamily="34" charset="0"/>
            </a:rPr>
            <a:t>Divide and Conquer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22155" y="926004"/>
        <a:ext cx="1301733" cy="650866"/>
      </dsp:txXfrm>
    </dsp:sp>
    <dsp:sp modelId="{A19848DA-1684-694E-8AB2-37795844922E}">
      <dsp:nvSpPr>
        <dsp:cNvPr id="0" name=""/>
        <dsp:cNvSpPr/>
      </dsp:nvSpPr>
      <dsp:spPr>
        <a:xfrm>
          <a:off x="2947589" y="1850235"/>
          <a:ext cx="1301733" cy="650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Binary Search</a:t>
          </a:r>
          <a:endParaRPr lang="zh-TW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47589" y="1850235"/>
        <a:ext cx="1301733" cy="650866"/>
      </dsp:txXfrm>
    </dsp:sp>
    <dsp:sp modelId="{06395E12-08EB-C642-A2A2-1B2FCE15A2D0}">
      <dsp:nvSpPr>
        <dsp:cNvPr id="0" name=""/>
        <dsp:cNvSpPr/>
      </dsp:nvSpPr>
      <dsp:spPr>
        <a:xfrm>
          <a:off x="2947589" y="2774466"/>
          <a:ext cx="1301733" cy="650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Merge Sort</a:t>
          </a:r>
        </a:p>
      </dsp:txBody>
      <dsp:txXfrm>
        <a:off x="2947589" y="2774466"/>
        <a:ext cx="1301733" cy="650866"/>
      </dsp:txXfrm>
    </dsp:sp>
    <dsp:sp modelId="{10EC097E-C088-3548-A227-78CEAF79AF9A}">
      <dsp:nvSpPr>
        <dsp:cNvPr id="0" name=""/>
        <dsp:cNvSpPr/>
      </dsp:nvSpPr>
      <dsp:spPr>
        <a:xfrm>
          <a:off x="2947589" y="3698697"/>
          <a:ext cx="1301733" cy="650866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Quick Sort</a:t>
          </a:r>
        </a:p>
      </dsp:txBody>
      <dsp:txXfrm>
        <a:off x="2947589" y="3698697"/>
        <a:ext cx="1301733" cy="650866"/>
      </dsp:txXfrm>
    </dsp:sp>
    <dsp:sp modelId="{3856B5D9-57AA-2F4D-BC56-5E17D7DCFD9D}">
      <dsp:nvSpPr>
        <dsp:cNvPr id="0" name=""/>
        <dsp:cNvSpPr/>
      </dsp:nvSpPr>
      <dsp:spPr>
        <a:xfrm>
          <a:off x="4197253" y="926004"/>
          <a:ext cx="1301733" cy="650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" panose="020B0604020202020204" pitchFamily="34" charset="0"/>
              <a:cs typeface="Arial" panose="020B0604020202020204" pitchFamily="34" charset="0"/>
            </a:rPr>
            <a:t>Dynamic Programming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97253" y="926004"/>
        <a:ext cx="1301733" cy="650866"/>
      </dsp:txXfrm>
    </dsp:sp>
    <dsp:sp modelId="{9CA0242D-AB72-1B40-9E0B-6B6501A6D36F}">
      <dsp:nvSpPr>
        <dsp:cNvPr id="0" name=""/>
        <dsp:cNvSpPr/>
      </dsp:nvSpPr>
      <dsp:spPr>
        <a:xfrm>
          <a:off x="4522686" y="1850235"/>
          <a:ext cx="1301733" cy="6508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Fibonacci</a:t>
          </a:r>
          <a:endParaRPr lang="zh-TW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22686" y="1850235"/>
        <a:ext cx="1301733" cy="650866"/>
      </dsp:txXfrm>
    </dsp:sp>
    <dsp:sp modelId="{B5F42C35-0833-CA41-83C3-29A41F7BF946}">
      <dsp:nvSpPr>
        <dsp:cNvPr id="0" name=""/>
        <dsp:cNvSpPr/>
      </dsp:nvSpPr>
      <dsp:spPr>
        <a:xfrm>
          <a:off x="4522686" y="2774466"/>
          <a:ext cx="1301733" cy="650866"/>
        </a:xfrm>
        <a:prstGeom prst="rect">
          <a:avLst/>
        </a:prstGeom>
        <a:solidFill>
          <a:prstClr val="white">
            <a:lumMod val="75000"/>
          </a:prst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Knapsack</a:t>
          </a:r>
        </a:p>
      </dsp:txBody>
      <dsp:txXfrm>
        <a:off x="4522686" y="2774466"/>
        <a:ext cx="1301733" cy="650866"/>
      </dsp:txXfrm>
    </dsp:sp>
    <dsp:sp modelId="{5F9D470D-2E93-1A4F-A151-DB3503B42AC1}">
      <dsp:nvSpPr>
        <dsp:cNvPr id="0" name=""/>
        <dsp:cNvSpPr/>
      </dsp:nvSpPr>
      <dsp:spPr>
        <a:xfrm>
          <a:off x="4522686" y="3698697"/>
          <a:ext cx="1301733" cy="650866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LCS</a:t>
          </a:r>
        </a:p>
      </dsp:txBody>
      <dsp:txXfrm>
        <a:off x="4522686" y="3698697"/>
        <a:ext cx="1301733" cy="650866"/>
      </dsp:txXfrm>
    </dsp:sp>
    <dsp:sp modelId="{05DF9195-C624-BF4B-AA8A-31F4470AD518}">
      <dsp:nvSpPr>
        <dsp:cNvPr id="0" name=""/>
        <dsp:cNvSpPr/>
      </dsp:nvSpPr>
      <dsp:spPr>
        <a:xfrm>
          <a:off x="5772351" y="926004"/>
          <a:ext cx="1301733" cy="650866"/>
        </a:xfrm>
        <a:prstGeom prst="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Greedy Algorithms</a:t>
          </a:r>
          <a:endParaRPr lang="zh-TW" altLang="en-US" sz="1200" b="0" kern="1200" dirty="0">
            <a:solidFill>
              <a:prstClr val="white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772351" y="926004"/>
        <a:ext cx="1301733" cy="650866"/>
      </dsp:txXfrm>
    </dsp:sp>
    <dsp:sp modelId="{183D34E5-9A2F-A743-A8A5-F2E99BB2365A}">
      <dsp:nvSpPr>
        <dsp:cNvPr id="0" name=""/>
        <dsp:cNvSpPr/>
      </dsp:nvSpPr>
      <dsp:spPr>
        <a:xfrm>
          <a:off x="6097784" y="1850235"/>
          <a:ext cx="1301733" cy="650866"/>
        </a:xfrm>
        <a:prstGeom prst="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Huffman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Coding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097784" y="1850235"/>
        <a:ext cx="1301733" cy="650866"/>
      </dsp:txXfrm>
    </dsp:sp>
    <dsp:sp modelId="{49ED93F1-9B12-104A-8FFC-B4148C0AC09A}">
      <dsp:nvSpPr>
        <dsp:cNvPr id="0" name=""/>
        <dsp:cNvSpPr/>
      </dsp:nvSpPr>
      <dsp:spPr>
        <a:xfrm>
          <a:off x="6097784" y="2774466"/>
          <a:ext cx="1301733" cy="650866"/>
        </a:xfrm>
        <a:prstGeom prst="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Minimum </a:t>
          </a:r>
          <a:r>
            <a:rPr lang="en-US" sz="1200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Spanning</a:t>
          </a: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 Tree</a:t>
          </a:r>
        </a:p>
      </dsp:txBody>
      <dsp:txXfrm>
        <a:off x="6097784" y="2774466"/>
        <a:ext cx="1301733" cy="650866"/>
      </dsp:txXfrm>
    </dsp:sp>
    <dsp:sp modelId="{A4A35E8B-1CCA-534E-BB27-D5BAF397E36D}">
      <dsp:nvSpPr>
        <dsp:cNvPr id="0" name=""/>
        <dsp:cNvSpPr/>
      </dsp:nvSpPr>
      <dsp:spPr>
        <a:xfrm>
          <a:off x="6097784" y="3698697"/>
          <a:ext cx="1301733" cy="650866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Activity Selection</a:t>
          </a:r>
        </a:p>
      </dsp:txBody>
      <dsp:txXfrm>
        <a:off x="6097784" y="3698697"/>
        <a:ext cx="1301733" cy="650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17378-6B52-E182-4D96-47550EFFF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A2A087-7921-CE01-4F20-D1869C804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B41DA8-375C-FF7F-2DC9-9EC4E096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C68E13-6D18-6134-3FC9-5A4DACF5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6D7DF4-E3EE-FB67-3A9E-CEB9CD1A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5079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7300AC-1047-77EF-88B5-ABC7DF96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97DF69-7CC4-D8B5-FE00-75AAFA5A8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89F621-5198-158B-E48C-2FFA4BC14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456036-C381-AE79-DB15-0AB7F67D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D4D59A-04AC-5A8A-6CF7-CE6203ED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42238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8CAFAC-CF8C-4332-5CCB-17E57B895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0E3EDC-5EC7-88E7-18BC-760C95CD0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6840B7-0A1C-7C35-9773-33095D0F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52A065-9989-DC84-5742-9CD08D0A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A0C3FB-43E3-6E5C-F6EB-57C715B5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676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281AC2-5A3E-7076-7E36-D76730C6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99F56C-35B6-7E38-7804-B846A64F1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1F7A72-D238-9AE9-F7D5-6F94CC763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D53A5F1-D860-7F88-1778-0D7B96F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926450-F2C1-6A55-F2AA-25038A89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DF267CE-2C67-FF56-FA23-C2EFC664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334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66399-75CC-3910-A6FD-AC565D597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71A7D7-11DB-3C32-98B2-247033FBC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AFD7F03-7115-6584-3243-735E01DDE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8D666E1-499C-2572-BEAF-34954AAB6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9E3F24A-07A0-07ED-8432-0E8DB4FAB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04FFBBC-33EB-8E35-E732-01CCD64F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4486875-07C6-5C75-25EE-BD2304BB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BD26092-117D-C18B-A1F6-3668EADF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407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14852F-5822-CF34-E0A0-BD7ABD039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1ACD6AE-E03A-EF49-733C-F00973CF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ED36BB8-1B6A-1F61-3D36-827DA4CD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B9AF17-5A42-8FCB-8B1F-8BCFCF91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1433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6F6EEED-976A-351A-6F71-2377F9F1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A088FC-A831-0AC5-FEAD-5FDE7BA4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FC7853-7D71-2337-8E70-467DBBF4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5127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20DA43-0559-1DA1-A443-1B7D773E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90496A-838A-1BFF-9CE9-5D4BBBEB6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2434303-622C-6F38-0770-AAB3FC7A6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605F0B-7E8C-7BFA-0674-D22D3EDB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0A04AB-DCA0-5CC6-83C7-CAB40FC3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34ABF6-D5E7-7CF1-4837-8905A5BE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555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4D664-1EDC-5068-1206-51F6160E7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9C76F52-1ADE-B4CB-FA33-E6A6FCD6D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C327B7-F5A9-2D4A-FB71-603466F98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4F73CD-2E38-192E-E6C9-CCCEF41E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328B5A-8721-AB7E-EC48-C16C2D90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EBFE5C-23C8-277B-1E75-ACDBF7268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17117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B2876D-9B61-2D21-0884-FE402BDA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723AA4-60C2-3D46-EE3B-F5603B259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AEADAF-DA7C-BFE3-2FB6-8374F8E4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300FBC-8448-1C4C-7DD3-4FE5D798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C57973-70C2-BA6A-16CA-4BE57BFE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3390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70F8A9A-EC77-4E86-2001-9E35E6DB1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DE63BF-8F5B-9451-175E-5A056F2F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8C9953-E7C9-3814-532A-C5ABAA53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22C81B-4BD2-A049-C4D6-1C8AFB24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07EE27-B634-4EBD-8AA3-EB2A27BA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204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DAB4985-215C-C6C6-6513-06864ECCF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C3304B-5299-BA77-FDE6-A6EE2F55E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BD0B70-B081-7C69-4833-4B535097F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22ED2-AA20-DC4A-9CA1-814CBB0E7E0D}" type="datetimeFigureOut">
              <a:rPr kumimoji="1" lang="zh-TW" altLang="en-US" smtClean="0"/>
              <a:t>2026/5/2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4792F0-673D-F82D-61B2-7901B1B51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48C942-0C36-474E-2375-DAD6E9F5D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007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0AF389-A3F6-DCAC-0367-96CDCE1D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Logical Data Structures</a:t>
            </a:r>
            <a:endParaRPr kumimoji="1" lang="zh-TW" altLang="en-US" dirty="0"/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3BF5CD5B-8E11-856C-9298-537F771A58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4590576"/>
              </p:ext>
            </p:extLst>
          </p:nvPr>
        </p:nvGraphicFramePr>
        <p:xfrm>
          <a:off x="375299" y="1639459"/>
          <a:ext cx="7253364" cy="463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57B378D2-A503-2BDD-0222-DB6078DD0C45}"/>
              </a:ext>
            </a:extLst>
          </p:cNvPr>
          <p:cNvSpPr txBox="1"/>
          <p:nvPr/>
        </p:nvSpPr>
        <p:spPr>
          <a:xfrm>
            <a:off x="7381893" y="4553391"/>
            <a:ext cx="4218677" cy="17186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2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 logical data structure defines how data elements are conceptually related and behave (like a Stack or Queue), focusing on attributes and behaviors.</a:t>
            </a:r>
          </a:p>
          <a:p>
            <a:pPr>
              <a:lnSpc>
                <a:spcPct val="150000"/>
              </a:lnSpc>
            </a:pPr>
            <a:r>
              <a:rPr lang="en-US" altLang="zh-TW" sz="12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It provides an abstract, platform-independent view, enabling flexible design and maintenance by separating what data is needed from how it's stored. </a:t>
            </a:r>
          </a:p>
        </p:txBody>
      </p:sp>
    </p:spTree>
    <p:extLst>
      <p:ext uri="{BB962C8B-B14F-4D97-AF65-F5344CB8AC3E}">
        <p14:creationId xmlns:p14="http://schemas.microsoft.com/office/powerpoint/2010/main" val="224606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2CE75-4A7E-ED55-64F3-6E3FE0CA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100CD8-180B-C70A-3942-03F6827E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Physical Data Structures</a:t>
            </a:r>
            <a:endParaRPr kumimoji="1" lang="zh-TW" altLang="en-US" dirty="0"/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111E3541-A730-E724-0EDE-CE274E047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9973810"/>
              </p:ext>
            </p:extLst>
          </p:nvPr>
        </p:nvGraphicFramePr>
        <p:xfrm>
          <a:off x="256309" y="1668538"/>
          <a:ext cx="7253364" cy="463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00F4CD5B-4597-12FF-9265-93D35DF70B29}"/>
              </a:ext>
            </a:extLst>
          </p:cNvPr>
          <p:cNvSpPr txBox="1"/>
          <p:nvPr/>
        </p:nvSpPr>
        <p:spPr>
          <a:xfrm>
            <a:off x="7295612" y="4957766"/>
            <a:ext cx="4218677" cy="13433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4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 physical data structure is the concrete, low-level implementation of a logical data structure, defining exactly how data is stored in computer memory or in disk.</a:t>
            </a:r>
          </a:p>
        </p:txBody>
      </p:sp>
    </p:spTree>
    <p:extLst>
      <p:ext uri="{BB962C8B-B14F-4D97-AF65-F5344CB8AC3E}">
        <p14:creationId xmlns:p14="http://schemas.microsoft.com/office/powerpoint/2010/main" val="2099466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8CA341-C07C-0A13-AC74-5C96D92E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Data Structures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0FF8111-4360-8D64-AC5F-40BDD5AE2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34" y="2019300"/>
            <a:ext cx="7721501" cy="425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01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5D5D6-55CC-B5B4-62EE-A065570BA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1F92B4-179E-85EA-4A68-6B9899AA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768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sz="3600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與資料結構最常見對應的演算法</a:t>
            </a:r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EFD0A284-2DA3-F195-9142-809865166F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8954385"/>
              </p:ext>
            </p:extLst>
          </p:nvPr>
        </p:nvGraphicFramePr>
        <p:xfrm>
          <a:off x="1114520" y="1860331"/>
          <a:ext cx="9656801" cy="463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531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468484-5997-CABD-D859-72A8A892E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Arial" panose="020B0604020202020204" pitchFamily="34" charset="0"/>
              </a:rPr>
              <a:t>演算法設計範式</a:t>
            </a:r>
            <a:endParaRPr kumimoji="1" lang="zh-TW" altLang="en-US" sz="3600" dirty="0">
              <a:latin typeface="Hiragino Sans GB W3" panose="020B0300000000000000" pitchFamily="34" charset="-128"/>
              <a:ea typeface="Hiragino Sans GB W3" panose="020B0300000000000000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E18C3291-DE31-0F8F-FDC3-DA1A9D27F3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955634"/>
              </p:ext>
            </p:extLst>
          </p:nvPr>
        </p:nvGraphicFramePr>
        <p:xfrm>
          <a:off x="1720312" y="1690688"/>
          <a:ext cx="844657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0871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251</Words>
  <Application>Microsoft Macintosh PowerPoint</Application>
  <PresentationFormat>寬螢幕</PresentationFormat>
  <Paragraphs>92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Hiragino Sans GB W3</vt:lpstr>
      <vt:lpstr>Aptos</vt:lpstr>
      <vt:lpstr>Aptos Display</vt:lpstr>
      <vt:lpstr>Arial</vt:lpstr>
      <vt:lpstr>Office 佈景主題</vt:lpstr>
      <vt:lpstr>Logical Data Structures</vt:lpstr>
      <vt:lpstr>Physical Data Structures</vt:lpstr>
      <vt:lpstr>Data Structures</vt:lpstr>
      <vt:lpstr>與資料結構最常見對應的演算法</vt:lpstr>
      <vt:lpstr>演算法設計範式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13</cp:revision>
  <dcterms:created xsi:type="dcterms:W3CDTF">2025-12-18T09:38:15Z</dcterms:created>
  <dcterms:modified xsi:type="dcterms:W3CDTF">2026-05-02T14:26:12Z</dcterms:modified>
</cp:coreProperties>
</file>