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57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5"/>
    <p:restoredTop sz="94585"/>
  </p:normalViewPr>
  <p:slideViewPr>
    <p:cSldViewPr snapToGrid="0">
      <p:cViewPr varScale="1">
        <p:scale>
          <a:sx n="85" d="100"/>
          <a:sy n="85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1A7212-0C9B-AF5A-2BA4-63F18AE92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005095-1FAF-19F3-5EE5-8FBCDE60E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EBE525-4DB5-321A-2708-59A4E47D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14C310-5844-1D29-B155-5E1BF3FB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60186C-CF4E-4E6D-8F5C-6D22EF2F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651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6CE5C-F8FB-9EE8-9DDF-42745BBB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EC448E-B186-361D-345C-A01306D0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9FD239-F6A5-0B00-D2FA-58E97E44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A06C76-E458-2CDE-668E-54070CD7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91DD2-0B86-C078-53F3-F935572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377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B9D28-1AED-9F8E-5DCD-5A01502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C72216-1D95-B1E2-72BD-F8B87F35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F94AF0-85FC-150A-1506-016CFAAA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F7C340-2D53-25BD-364C-E51F4E46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EDFA85-20C6-6549-6AA0-F9B0FDA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157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014D3-72A1-9158-5D25-8BF35209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224B9A-650D-723F-A397-6FC34DE47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B16091-5E57-B58E-1C12-23DA9A36F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A48F7B-D56B-64F6-B368-F719FB1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2DF657-324A-80EB-02A8-25C3B05A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A959A-2D2B-09BF-B4A4-9B7763A3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394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8104D-DEC0-123C-1F0D-37BCEC14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79AFF9-1A2F-3E58-EC56-CE07B4AE3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EA3DF-7971-9577-A40A-0A192613A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273909-9B82-3D77-46D1-C38DC27F0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ABDA37-57ED-E491-8DDF-1775C622F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0D1618-0593-DC03-7BC0-82842F35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A0F705-B8A2-D27D-511B-D64DC4A2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EFE139B-B727-FDC2-6F00-315D4138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8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89682A-DCAC-0009-941F-6FD9CA48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8D3B14-0E17-87E5-91CF-EEEFF6F2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4BA88EF-5C38-1A69-B08F-36687D90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69B224-3CA9-0E4F-B7DB-05C960D2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007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8DFB7D6-C6C7-91BA-010A-E32E0607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C9DB75-C7D1-ABEE-5FF3-F6AEFF73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6317E6-8EE5-0DE4-1F82-6471A456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006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CF2AB-65A0-9114-1AEC-E99D3867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EA08F1-5849-A896-8874-5354C74A9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860E16-82C9-41C5-7427-56DA74A63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6696-950C-2440-C3C0-E1B1F17F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3B0519-677C-CD5A-D293-BC95CEA7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2B17C2-1509-5F54-923A-E543E052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891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879A4-7EFC-6A28-2BB2-2FE3D025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CE1CACE-A1AE-2D61-6980-29080201A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D47212-559D-0B3B-52F7-EE4D3B08F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15EEC2-49A1-103F-72B2-97585BD3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7FB54F-CDF7-C19A-1A80-297EF765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2255C-2E92-9A08-1624-5D951812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226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7C0E03-24FD-D09C-FCD8-E3835D48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0980700-4D66-030F-CAC5-2B083B4A0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91974C-C000-1B7A-19A1-BA1E4495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8AD8E8-128C-EB4E-F056-F071EB24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5819BA-BF1D-4F5A-94E7-E47A3974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122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F243E8-798C-4685-6A58-ACE81EBEF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7D5CBD-0C9E-BA03-26B8-A0DF24800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73DB18-3341-9C07-14FC-DCC58DC4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D7C8E3-9E59-0A7F-7297-96FB1FDC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F6B0AE-172E-A02F-77E5-AB687866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550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853CDA-6293-5203-5479-B75A3FE0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DB5669-FF45-C2D4-45F2-8C90B51A6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8EE9C-0C50-2921-93FA-7A10980E6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51C12-1240-5B46-BD94-A3C3FBB79758}" type="datetimeFigureOut">
              <a:rPr kumimoji="1" lang="zh-TW" altLang="en-US" smtClean="0"/>
              <a:t>2026/1/31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EC385-3E66-B0C4-DFDB-111FC4AB5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C24EBF-0F63-F318-740E-08C9A9D15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454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43311B-F758-437D-7E41-2DB1ADE15C31}"/>
              </a:ext>
            </a:extLst>
          </p:cNvPr>
          <p:cNvSpPr/>
          <p:nvPr/>
        </p:nvSpPr>
        <p:spPr>
          <a:xfrm>
            <a:off x="2336888" y="684473"/>
            <a:ext cx="3062124" cy="14741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BinaryTreeNode</a:t>
            </a:r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</a:t>
            </a:r>
            <a:endParaRPr kumimoji="1" lang="zh-TW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98852B0A-32FF-3D64-2D36-1DC77C61D76C}"/>
              </a:ext>
            </a:extLst>
          </p:cNvPr>
          <p:cNvSpPr/>
          <p:nvPr/>
        </p:nvSpPr>
        <p:spPr>
          <a:xfrm>
            <a:off x="5433880" y="1344339"/>
            <a:ext cx="1440000" cy="25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E08F4C-B6D2-F367-EB68-3A04DFC13614}"/>
              </a:ext>
            </a:extLst>
          </p:cNvPr>
          <p:cNvSpPr/>
          <p:nvPr/>
        </p:nvSpPr>
        <p:spPr>
          <a:xfrm>
            <a:off x="2336888" y="2256022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Methods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081C212-4B76-3F20-3B7A-7615CC9575DE}"/>
              </a:ext>
            </a:extLst>
          </p:cNvPr>
          <p:cNvGrpSpPr/>
          <p:nvPr/>
        </p:nvGrpSpPr>
        <p:grpSpPr>
          <a:xfrm>
            <a:off x="613041" y="947119"/>
            <a:ext cx="1723847" cy="649220"/>
            <a:chOff x="8006211" y="2168685"/>
            <a:chExt cx="1723847" cy="649220"/>
          </a:xfrm>
        </p:grpSpPr>
        <p:sp>
          <p:nvSpPr>
            <p:cNvPr id="23" name="向右箭號 22">
              <a:extLst>
                <a:ext uri="{FF2B5EF4-FFF2-40B4-BE49-F238E27FC236}">
                  <a16:creationId xmlns:a16="http://schemas.microsoft.com/office/drawing/2014/main" id="{5F866B30-F7CD-06C2-C06D-CE8DF48C12D5}"/>
                </a:ext>
              </a:extLst>
            </p:cNvPr>
            <p:cNvSpPr/>
            <p:nvPr/>
          </p:nvSpPr>
          <p:spPr>
            <a:xfrm>
              <a:off x="8006211" y="2628588"/>
              <a:ext cx="1723847" cy="18931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A93E15F7-2AEC-001A-0AEB-7B04D1566461}"/>
                </a:ext>
              </a:extLst>
            </p:cNvPr>
            <p:cNvSpPr txBox="1"/>
            <p:nvPr/>
          </p:nvSpPr>
          <p:spPr>
            <a:xfrm>
              <a:off x="8006211" y="2168685"/>
              <a:ext cx="157593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set_left</a:t>
              </a:r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  <a:p>
              <a:r>
                <a:rPr kumimoji="1" lang="en-US" altLang="zh-TW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set_right</a:t>
              </a:r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5843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1E8ED-0F06-D8FB-63B6-D001D212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170C179-2D3F-83C7-14ED-65ACCE32D183}"/>
              </a:ext>
            </a:extLst>
          </p:cNvPr>
          <p:cNvSpPr/>
          <p:nvPr/>
        </p:nvSpPr>
        <p:spPr>
          <a:xfrm>
            <a:off x="4085006" y="794994"/>
            <a:ext cx="3062124" cy="18675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BinaryTree</a:t>
            </a:r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root</a:t>
            </a: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C89ADA7E-CF15-F4B7-DA82-CB21A5038FE2}"/>
              </a:ext>
            </a:extLst>
          </p:cNvPr>
          <p:cNvSpPr/>
          <p:nvPr/>
        </p:nvSpPr>
        <p:spPr>
          <a:xfrm>
            <a:off x="7199229" y="2314750"/>
            <a:ext cx="1800000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008198-75CB-F8BE-5408-8E1447F7099E}"/>
              </a:ext>
            </a:extLst>
          </p:cNvPr>
          <p:cNvSpPr/>
          <p:nvPr/>
        </p:nvSpPr>
        <p:spPr>
          <a:xfrm>
            <a:off x="4090885" y="2718906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Methods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05860A7-C728-6CA1-C28D-0487DA63842C}"/>
              </a:ext>
            </a:extLst>
          </p:cNvPr>
          <p:cNvSpPr txBox="1"/>
          <p:nvPr/>
        </p:nvSpPr>
        <p:spPr>
          <a:xfrm>
            <a:off x="7174024" y="600124"/>
            <a:ext cx="289782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traverse_preorder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traverse_postorder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traverse_inorder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traverse_level_order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is_empty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search(value)</a:t>
            </a:r>
          </a:p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get_height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.root()</a:t>
            </a:r>
          </a:p>
        </p:txBody>
      </p:sp>
      <p:sp>
        <p:nvSpPr>
          <p:cNvPr id="23" name="向右箭號 22">
            <a:extLst>
              <a:ext uri="{FF2B5EF4-FFF2-40B4-BE49-F238E27FC236}">
                <a16:creationId xmlns:a16="http://schemas.microsoft.com/office/drawing/2014/main" id="{29C73F89-DD87-34BD-04ED-8B782F750F27}"/>
              </a:ext>
            </a:extLst>
          </p:cNvPr>
          <p:cNvSpPr/>
          <p:nvPr/>
        </p:nvSpPr>
        <p:spPr>
          <a:xfrm>
            <a:off x="2258112" y="2314750"/>
            <a:ext cx="1800000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5B6A933-982E-4EFB-3EC6-9D3363C1B89B}"/>
              </a:ext>
            </a:extLst>
          </p:cNvPr>
          <p:cNvSpPr txBox="1"/>
          <p:nvPr/>
        </p:nvSpPr>
        <p:spPr>
          <a:xfrm>
            <a:off x="2232907" y="2046509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set_root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2884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6754EEF-0EFB-D9DD-9574-BD7595BC4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964" y="1008529"/>
            <a:ext cx="8520953" cy="319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8726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</TotalTime>
  <Words>76</Words>
  <Application>Microsoft Macintosh PowerPoint</Application>
  <PresentationFormat>寬螢幕</PresentationFormat>
  <Paragraphs>27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14</cp:revision>
  <dcterms:created xsi:type="dcterms:W3CDTF">2026-01-03T12:20:26Z</dcterms:created>
  <dcterms:modified xsi:type="dcterms:W3CDTF">2026-01-31T08:38:19Z</dcterms:modified>
</cp:coreProperties>
</file>