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44"/>
    <p:restoredTop sz="94581"/>
  </p:normalViewPr>
  <p:slideViewPr>
    <p:cSldViewPr snapToGrid="0">
      <p:cViewPr varScale="1">
        <p:scale>
          <a:sx n="95" d="100"/>
          <a:sy n="95" d="100"/>
        </p:scale>
        <p:origin x="9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2026/2/4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2026/2/4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2026/2/4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2026/2/4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2026/2/4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2026/2/4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2026/2/4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2026/2/4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2026/2/4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2026/2/4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2026/2/4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2026/2/4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表, 行, 圓形 的圖片&#10;&#10;自動產生的描述">
            <a:extLst>
              <a:ext uri="{FF2B5EF4-FFF2-40B4-BE49-F238E27FC236}">
                <a16:creationId xmlns:a16="http://schemas.microsoft.com/office/drawing/2014/main" id="{18723B22-614A-4EBA-662A-08C7140F9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768389"/>
            <a:ext cx="4737100" cy="3213100"/>
          </a:xfrm>
          <a:prstGeom prst="rect">
            <a:avLst/>
          </a:prstGeom>
        </p:spPr>
      </p:pic>
      <p:pic>
        <p:nvPicPr>
          <p:cNvPr id="5" name="圖片 4" descr="一張含有 圖表, 行, 圓形, 文字 的圖片&#10;&#10;自動產生的描述">
            <a:extLst>
              <a:ext uri="{FF2B5EF4-FFF2-40B4-BE49-F238E27FC236}">
                <a16:creationId xmlns:a16="http://schemas.microsoft.com/office/drawing/2014/main" id="{E7F26F36-2A88-85BF-917D-89CF6AB56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602" y="768389"/>
            <a:ext cx="48895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25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表, 文字, 螢幕擷取畫面, 行 的圖片&#10;&#10;自動產生的描述">
            <a:extLst>
              <a:ext uri="{FF2B5EF4-FFF2-40B4-BE49-F238E27FC236}">
                <a16:creationId xmlns:a16="http://schemas.microsoft.com/office/drawing/2014/main" id="{9E9DA15F-98A8-70E8-B6BA-49964923C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435" y="1001533"/>
            <a:ext cx="5257800" cy="2703706"/>
          </a:xfrm>
          <a:prstGeom prst="rect">
            <a:avLst/>
          </a:prstGeom>
        </p:spPr>
      </p:pic>
      <p:pic>
        <p:nvPicPr>
          <p:cNvPr id="5" name="圖片 4" descr="一張含有 文字, 圖表, 螢幕擷取畫面, 行 的圖片&#10;&#10;自動產生的描述">
            <a:extLst>
              <a:ext uri="{FF2B5EF4-FFF2-40B4-BE49-F238E27FC236}">
                <a16:creationId xmlns:a16="http://schemas.microsoft.com/office/drawing/2014/main" id="{D589A4DB-C93A-3BF7-3F97-F22AB8052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05" y="1001533"/>
            <a:ext cx="4931560" cy="270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9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43311B-F758-437D-7E41-2DB1ADE15C31}"/>
              </a:ext>
            </a:extLst>
          </p:cNvPr>
          <p:cNvSpPr/>
          <p:nvPr/>
        </p:nvSpPr>
        <p:spPr>
          <a:xfrm>
            <a:off x="2336888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Vertex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adjacency_list</a:t>
            </a:r>
            <a:endParaRPr kumimoji="1" lang="en-US" altLang="zh-TW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98852B0A-32FF-3D64-2D36-1DC77C61D76C}"/>
              </a:ext>
            </a:extLst>
          </p:cNvPr>
          <p:cNvSpPr/>
          <p:nvPr/>
        </p:nvSpPr>
        <p:spPr>
          <a:xfrm>
            <a:off x="5433880" y="134433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E08F4C-B6D2-F367-EB68-3A04DFC13614}"/>
              </a:ext>
            </a:extLst>
          </p:cNvPr>
          <p:cNvSpPr/>
          <p:nvPr/>
        </p:nvSpPr>
        <p:spPr>
          <a:xfrm>
            <a:off x="2336888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__eq__()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081C212-4B76-3F20-3B7A-7615CC9575DE}"/>
              </a:ext>
            </a:extLst>
          </p:cNvPr>
          <p:cNvGrpSpPr/>
          <p:nvPr/>
        </p:nvGrpSpPr>
        <p:grpSpPr>
          <a:xfrm>
            <a:off x="309282" y="893331"/>
            <a:ext cx="2027606" cy="738664"/>
            <a:chOff x="7702452" y="2114897"/>
            <a:chExt cx="2027606" cy="738664"/>
          </a:xfrm>
        </p:grpSpPr>
        <p:sp>
          <p:nvSpPr>
            <p:cNvPr id="23" name="向右箭號 22">
              <a:extLst>
                <a:ext uri="{FF2B5EF4-FFF2-40B4-BE49-F238E27FC236}">
                  <a16:creationId xmlns:a16="http://schemas.microsoft.com/office/drawing/2014/main" id="{5F866B30-F7CD-06C2-C06D-CE8DF48C12D5}"/>
                </a:ext>
              </a:extLst>
            </p:cNvPr>
            <p:cNvSpPr/>
            <p:nvPr/>
          </p:nvSpPr>
          <p:spPr>
            <a:xfrm>
              <a:off x="8006211" y="2628588"/>
              <a:ext cx="1723847" cy="1893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93E15F7-2AEC-001A-0AEB-7B04D1566461}"/>
                </a:ext>
              </a:extLst>
            </p:cNvPr>
            <p:cNvSpPr txBox="1"/>
            <p:nvPr/>
          </p:nvSpPr>
          <p:spPr>
            <a:xfrm>
              <a:off x="7702452" y="2114897"/>
              <a:ext cx="2027606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add_edge_to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delete_edge_from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endPara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925A2F-5D14-D9B5-28FD-D7A601DE4D92}"/>
              </a:ext>
            </a:extLst>
          </p:cNvPr>
          <p:cNvSpPr txBox="1"/>
          <p:nvPr/>
        </p:nvSpPr>
        <p:spPr>
          <a:xfrm>
            <a:off x="5412459" y="818101"/>
            <a:ext cx="20641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has_edge_to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outgoing_edges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35843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68E30-4B91-71ED-E7E9-2DE309B4E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FD99466-33FA-9D81-BAEB-5BCA87C9764A}"/>
              </a:ext>
            </a:extLst>
          </p:cNvPr>
          <p:cNvSpPr/>
          <p:nvPr/>
        </p:nvSpPr>
        <p:spPr>
          <a:xfrm>
            <a:off x="2336888" y="1035423"/>
            <a:ext cx="3062124" cy="21515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vertex_number</a:t>
            </a:r>
            <a:endParaRPr kumimoji="1" lang="en-US" altLang="zh-TW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Tx/>
              <a:buChar char="-"/>
            </a:pPr>
            <a:r>
              <a:rPr kumimoji="1" lang="en-US" altLang="zh-TW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edge_number</a:t>
            </a:r>
            <a:endParaRPr kumimoji="1" lang="en-US" altLang="zh-TW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Tx/>
              <a:buChar char="-"/>
            </a:pP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adj</a:t>
            </a: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5F660D25-296A-1750-C84A-E59C5F0705D6}"/>
              </a:ext>
            </a:extLst>
          </p:cNvPr>
          <p:cNvSpPr/>
          <p:nvPr/>
        </p:nvSpPr>
        <p:spPr>
          <a:xfrm>
            <a:off x="5433880" y="297260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E28472-AEAD-F69B-992E-FB42DD2A085B}"/>
              </a:ext>
            </a:extLst>
          </p:cNvPr>
          <p:cNvSpPr/>
          <p:nvPr/>
        </p:nvSpPr>
        <p:spPr>
          <a:xfrm>
            <a:off x="2336888" y="3224609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get_vertex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171450" indent="-171450">
              <a:buFontTx/>
              <a:buChar char="-"/>
            </a:pPr>
            <a:endParaRPr kumimoji="1" lang="en-US" altLang="zh-TW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78A8E5C6-6236-9D02-D38F-0E27CDD9ECCB}"/>
              </a:ext>
            </a:extLst>
          </p:cNvPr>
          <p:cNvGrpSpPr/>
          <p:nvPr/>
        </p:nvGrpSpPr>
        <p:grpSpPr>
          <a:xfrm>
            <a:off x="426293" y="1997268"/>
            <a:ext cx="2027606" cy="1166457"/>
            <a:chOff x="7854331" y="1651448"/>
            <a:chExt cx="2027606" cy="1166457"/>
          </a:xfrm>
        </p:grpSpPr>
        <p:sp>
          <p:nvSpPr>
            <p:cNvPr id="23" name="向右箭號 22">
              <a:extLst>
                <a:ext uri="{FF2B5EF4-FFF2-40B4-BE49-F238E27FC236}">
                  <a16:creationId xmlns:a16="http://schemas.microsoft.com/office/drawing/2014/main" id="{AB7E2BE3-191F-788D-A1D5-20246966ABE5}"/>
                </a:ext>
              </a:extLst>
            </p:cNvPr>
            <p:cNvSpPr/>
            <p:nvPr/>
          </p:nvSpPr>
          <p:spPr>
            <a:xfrm>
              <a:off x="8006211" y="2628588"/>
              <a:ext cx="1723847" cy="1893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9560B48A-11AA-E24E-803A-4F10FCA1BB02}"/>
                </a:ext>
              </a:extLst>
            </p:cNvPr>
            <p:cNvSpPr txBox="1"/>
            <p:nvPr/>
          </p:nvSpPr>
          <p:spPr>
            <a:xfrm>
              <a:off x="7854331" y="1651448"/>
              <a:ext cx="2027606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insert_vertex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delete_vertex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insert_edge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delete_edge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97ECC68D-EE8E-1C5C-0B7C-2324C8BF7170}"/>
              </a:ext>
            </a:extLst>
          </p:cNvPr>
          <p:cNvSpPr txBox="1"/>
          <p:nvPr/>
        </p:nvSpPr>
        <p:spPr>
          <a:xfrm>
            <a:off x="5420433" y="987285"/>
            <a:ext cx="20641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read_file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has_vertex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has_edge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get_vertices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get_edges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vertex_count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edge_count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bfs</a:t>
            </a:r>
            <a:endParaRPr kumimoji="1" lang="en-US" altLang="zh-TW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dfs</a:t>
            </a:r>
            <a:endParaRPr kumimoji="1" lang="en-US" altLang="zh-TW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370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113</Words>
  <Application>Microsoft Macintosh PowerPoint</Application>
  <PresentationFormat>寬螢幕</PresentationFormat>
  <Paragraphs>36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18</cp:revision>
  <dcterms:created xsi:type="dcterms:W3CDTF">2026-01-03T12:20:26Z</dcterms:created>
  <dcterms:modified xsi:type="dcterms:W3CDTF">2026-02-04T08:03:51Z</dcterms:modified>
</cp:coreProperties>
</file>