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44"/>
    <p:restoredTop sz="94585"/>
  </p:normalViewPr>
  <p:slideViewPr>
    <p:cSldViewPr snapToGrid="0">
      <p:cViewPr varScale="1">
        <p:scale>
          <a:sx n="80" d="100"/>
          <a:sy n="80" d="100"/>
        </p:scale>
        <p:origin x="2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2026/2/2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行, 圓形 的圖片&#10;&#10;自動產生的描述">
            <a:extLst>
              <a:ext uri="{FF2B5EF4-FFF2-40B4-BE49-F238E27FC236}">
                <a16:creationId xmlns:a16="http://schemas.microsoft.com/office/drawing/2014/main" id="{18723B22-614A-4EBA-662A-08C7140F9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768389"/>
            <a:ext cx="4737100" cy="3213100"/>
          </a:xfrm>
          <a:prstGeom prst="rect">
            <a:avLst/>
          </a:prstGeom>
        </p:spPr>
      </p:pic>
      <p:pic>
        <p:nvPicPr>
          <p:cNvPr id="5" name="圖片 4" descr="一張含有 圖表, 行, 圓形, 文字 的圖片&#10;&#10;自動產生的描述">
            <a:extLst>
              <a:ext uri="{FF2B5EF4-FFF2-40B4-BE49-F238E27FC236}">
                <a16:creationId xmlns:a16="http://schemas.microsoft.com/office/drawing/2014/main" id="{E7F26F36-2A88-85BF-917D-89CF6AB56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602" y="768389"/>
            <a:ext cx="48895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25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文字, 螢幕擷取畫面, 行 的圖片&#10;&#10;自動產生的描述">
            <a:extLst>
              <a:ext uri="{FF2B5EF4-FFF2-40B4-BE49-F238E27FC236}">
                <a16:creationId xmlns:a16="http://schemas.microsoft.com/office/drawing/2014/main" id="{9E9DA15F-98A8-70E8-B6BA-49964923C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435" y="1001533"/>
            <a:ext cx="5257800" cy="2703706"/>
          </a:xfrm>
          <a:prstGeom prst="rect">
            <a:avLst/>
          </a:prstGeom>
        </p:spPr>
      </p:pic>
      <p:pic>
        <p:nvPicPr>
          <p:cNvPr id="5" name="圖片 4" descr="一張含有 文字, 圖表, 螢幕擷取畫面, 行 的圖片&#10;&#10;自動產生的描述">
            <a:extLst>
              <a:ext uri="{FF2B5EF4-FFF2-40B4-BE49-F238E27FC236}">
                <a16:creationId xmlns:a16="http://schemas.microsoft.com/office/drawing/2014/main" id="{D589A4DB-C93A-3BF7-3F97-F22AB8052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05" y="1001533"/>
            <a:ext cx="4931560" cy="270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6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0</Words>
  <Application>Microsoft Macintosh PowerPoint</Application>
  <PresentationFormat>寬螢幕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15</cp:revision>
  <dcterms:created xsi:type="dcterms:W3CDTF">2026-01-03T12:20:26Z</dcterms:created>
  <dcterms:modified xsi:type="dcterms:W3CDTF">2026-02-02T11:42:51Z</dcterms:modified>
</cp:coreProperties>
</file>