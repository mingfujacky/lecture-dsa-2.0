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44"/>
    <p:restoredTop sz="94581"/>
  </p:normalViewPr>
  <p:slideViewPr>
    <p:cSldViewPr snapToGrid="0">
      <p:cViewPr varScale="1">
        <p:scale>
          <a:sx n="95" d="100"/>
          <a:sy n="95" d="100"/>
        </p:scale>
        <p:origin x="90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2026/2/3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行, 圓形 的圖片&#10;&#10;自動產生的描述">
            <a:extLst>
              <a:ext uri="{FF2B5EF4-FFF2-40B4-BE49-F238E27FC236}">
                <a16:creationId xmlns:a16="http://schemas.microsoft.com/office/drawing/2014/main" id="{18723B22-614A-4EBA-662A-08C7140F9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768389"/>
            <a:ext cx="4737100" cy="3213100"/>
          </a:xfrm>
          <a:prstGeom prst="rect">
            <a:avLst/>
          </a:prstGeom>
        </p:spPr>
      </p:pic>
      <p:pic>
        <p:nvPicPr>
          <p:cNvPr id="5" name="圖片 4" descr="一張含有 圖表, 行, 圓形, 文字 的圖片&#10;&#10;自動產生的描述">
            <a:extLst>
              <a:ext uri="{FF2B5EF4-FFF2-40B4-BE49-F238E27FC236}">
                <a16:creationId xmlns:a16="http://schemas.microsoft.com/office/drawing/2014/main" id="{E7F26F36-2A88-85BF-917D-89CF6AB56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602" y="768389"/>
            <a:ext cx="48895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25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表, 文字, 螢幕擷取畫面, 行 的圖片&#10;&#10;自動產生的描述">
            <a:extLst>
              <a:ext uri="{FF2B5EF4-FFF2-40B4-BE49-F238E27FC236}">
                <a16:creationId xmlns:a16="http://schemas.microsoft.com/office/drawing/2014/main" id="{9E9DA15F-98A8-70E8-B6BA-49964923C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435" y="1001533"/>
            <a:ext cx="5257800" cy="2703706"/>
          </a:xfrm>
          <a:prstGeom prst="rect">
            <a:avLst/>
          </a:prstGeom>
        </p:spPr>
      </p:pic>
      <p:pic>
        <p:nvPicPr>
          <p:cNvPr id="5" name="圖片 4" descr="一張含有 文字, 圖表, 螢幕擷取畫面, 行 的圖片&#10;&#10;自動產生的描述">
            <a:extLst>
              <a:ext uri="{FF2B5EF4-FFF2-40B4-BE49-F238E27FC236}">
                <a16:creationId xmlns:a16="http://schemas.microsoft.com/office/drawing/2014/main" id="{D589A4DB-C93A-3BF7-3F97-F22AB8052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05" y="1001533"/>
            <a:ext cx="4931560" cy="270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6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Vertex 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</a:p>
          <a:p>
            <a:pPr marL="285750" indent="-285750">
              <a:buFontTx/>
              <a:buChar char="-"/>
            </a:pPr>
            <a:r>
              <a:rPr kumimoji="1" lang="en-US" altLang="zh-TW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adjacency_list</a:t>
            </a:r>
            <a:endParaRPr kumimoji="1" lang="en-US" altLang="zh-TW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33880" y="134433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Methods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__eq__()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309282" y="893331"/>
            <a:ext cx="2027606" cy="738664"/>
            <a:chOff x="7702452" y="2114897"/>
            <a:chExt cx="2027606" cy="738664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006211" y="2628588"/>
              <a:ext cx="1723847" cy="18931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7702452" y="2114897"/>
              <a:ext cx="2027606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add_edge_to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delete_edge_from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endPara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1E925A2F-5D14-D9B5-28FD-D7A601DE4D92}"/>
              </a:ext>
            </a:extLst>
          </p:cNvPr>
          <p:cNvSpPr txBox="1"/>
          <p:nvPr/>
        </p:nvSpPr>
        <p:spPr>
          <a:xfrm>
            <a:off x="5412459" y="818101"/>
            <a:ext cx="20641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has_edge_to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outgoing_edges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35843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</TotalTime>
  <Words>42</Words>
  <Application>Microsoft Macintosh PowerPoint</Application>
  <PresentationFormat>寬螢幕</PresentationFormat>
  <Paragraphs>13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17</cp:revision>
  <dcterms:created xsi:type="dcterms:W3CDTF">2026-01-03T12:20:26Z</dcterms:created>
  <dcterms:modified xsi:type="dcterms:W3CDTF">2026-02-03T08:30:55Z</dcterms:modified>
</cp:coreProperties>
</file>