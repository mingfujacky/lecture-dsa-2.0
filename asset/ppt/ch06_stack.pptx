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4653"/>
  </p:normalViewPr>
  <p:slideViewPr>
    <p:cSldViewPr snapToGrid="0">
      <p:cViewPr varScale="1">
        <p:scale>
          <a:sx n="109" d="100"/>
          <a:sy n="109" d="100"/>
        </p:scale>
        <p:origin x="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1A7212-0C9B-AF5A-2BA4-63F18AE92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F005095-1FAF-19F3-5EE5-8FBCDE60E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EBE525-4DB5-321A-2708-59A4E47D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D14C310-5844-1D29-B155-5E1BF3FB2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60186C-CF4E-4E6D-8F5C-6D22EF2F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06514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6CE5C-F8FB-9EE8-9DDF-42745BBBB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C448E-B186-361D-345C-A01306D03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FD239-F6A5-0B00-D2FA-58E97E44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6A06C76-E458-2CDE-668E-54070CD7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91DD2-0B86-C078-53F3-F935572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3776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2B9D28-1AED-9F8E-5DCD-5A015024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7C72216-1D95-B1E2-72BD-F8B87F35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3F94AF0-85FC-150A-1506-016CFAAAC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F7C340-2D53-25BD-364C-E51F4E465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EDFA85-20C6-6549-6AA0-F9B0FDAC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21575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014D3-72A1-9158-5D25-8BF352093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224B9A-650D-723F-A397-6FC34DE47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4B16091-5E57-B58E-1C12-23DA9A36F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BA48F7B-D56B-64F6-B368-F719FB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2DF657-324A-80EB-02A8-25C3B05A9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CA959A-2D2B-09BF-B4A4-9B7763A35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394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8104D-DEC0-123C-1F0D-37BCEC14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79AFF9-1A2F-3E58-EC56-CE07B4AE3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EA3DF-7971-9577-A40A-0A192613A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0273909-9B82-3D77-46D1-C38DC27F0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FABDA37-57ED-E491-8DDF-1775C622F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80D1618-0593-DC03-7BC0-82842F35E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EA0F705-B8A2-D27D-511B-D64DC4A2F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EFE139B-B727-FDC2-6F00-315D4138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89682A-DCAC-0009-941F-6FD9CA48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18D3B14-0E17-87E5-91CF-EEEFF6F2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4BA88EF-5C38-1A69-B08F-36687D90C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669B224-3CA9-0E4F-B7DB-05C960D28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007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8DFB7D6-C6C7-91BA-010A-E32E0607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8C9DB75-C7D1-ABEE-5FF3-F6AEFF734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6317E6-8EE5-0DE4-1F82-6471A456B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061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CCF2AB-65A0-9114-1AEC-E99D38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EA08F1-5849-A896-8874-5354C74A9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7860E16-82C9-41C5-7427-56DA74A63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D46696-950C-2440-C3C0-E1B1F17F2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3B0519-677C-CD5A-D293-BC95CEA7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22B17C2-1509-5F54-923A-E543E052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38914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879A4-7EFC-6A28-2BB2-2FE3D025E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CE1CACE-A1AE-2D61-6980-29080201A3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CD47212-559D-0B3B-52F7-EE4D3B08F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15EEC2-49A1-103F-72B2-97585BD3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A7FB54F-CDF7-C19A-1A80-297EF765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2255C-2E92-9A08-1624-5D9518127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226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7C0E03-24FD-D09C-FCD8-E3835D485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0980700-4D66-030F-CAC5-2B083B4A0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91974C-C000-1B7A-19A1-BA1E449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E8AD8E8-128C-EB4E-F056-F071EB24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35819BA-BF1D-4F5A-94E7-E47A39748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01223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DF243E8-798C-4685-6A58-ACE81EBEFC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7D5CBD-0C9E-BA03-26B8-A0DF24800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3DB18-3341-9C07-14FC-DCC58DC4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D7C8E3-9E59-0A7F-7297-96FB1FDC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F6B0AE-172E-A02F-77E5-AB687866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0550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5853CDA-6293-5203-5479-B75A3FE0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4DB5669-FF45-C2D4-45F2-8C90B51A6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38EE9C-0C50-2921-93FA-7A10980E67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51C12-1240-5B46-BD94-A3C3FBB79758}" type="datetimeFigureOut">
              <a:rPr kumimoji="1" lang="zh-TW" altLang="en-US" smtClean="0"/>
              <a:t>2026/1/21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DEC385-3E66-B0C4-DFDB-111FC4AB5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CC24EBF-0F63-F318-740E-08C9A9D15C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58723-1DC3-FF44-9BBC-96891FC6C761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4544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43311B-F758-437D-7E41-2DB1ADE15C31}"/>
              </a:ext>
            </a:extLst>
          </p:cNvPr>
          <p:cNvSpPr/>
          <p:nvPr/>
        </p:nvSpPr>
        <p:spPr>
          <a:xfrm>
            <a:off x="2336888" y="684473"/>
            <a:ext cx="3062124" cy="147411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16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 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</a:p>
          <a:p>
            <a:r>
              <a:rPr kumimoji="1" lang="en-US" altLang="zh-TW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data</a:t>
            </a:r>
          </a:p>
        </p:txBody>
      </p:sp>
      <p:sp>
        <p:nvSpPr>
          <p:cNvPr id="19" name="向右箭號 18">
            <a:extLst>
              <a:ext uri="{FF2B5EF4-FFF2-40B4-BE49-F238E27FC236}">
                <a16:creationId xmlns:a16="http://schemas.microsoft.com/office/drawing/2014/main" id="{98852B0A-32FF-3D64-2D36-1DC77C61D76C}"/>
              </a:ext>
            </a:extLst>
          </p:cNvPr>
          <p:cNvSpPr/>
          <p:nvPr/>
        </p:nvSpPr>
        <p:spPr>
          <a:xfrm>
            <a:off x="5446449" y="1696129"/>
            <a:ext cx="1440000" cy="252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E08F4C-B6D2-F367-EB68-3A04DFC13614}"/>
              </a:ext>
            </a:extLst>
          </p:cNvPr>
          <p:cNvSpPr/>
          <p:nvPr/>
        </p:nvSpPr>
        <p:spPr>
          <a:xfrm>
            <a:off x="2336888" y="2256022"/>
            <a:ext cx="3062124" cy="132662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kumimoji="1" lang="en-US" altLang="zh-TW" sz="1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Helper Function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__str__()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repr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__()</a:t>
            </a:r>
          </a:p>
          <a:p>
            <a:pPr marL="171450" indent="-171450">
              <a:buFontTx/>
              <a:buChar char="-"/>
            </a:pP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kumimoji="1" lang="en-US" altLang="zh-TW" sz="1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kumimoji="1" lang="en-US" altLang="zh-TW" sz="1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()__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8B8DAD6-A29F-99D2-4C68-4D5FD198DA87}"/>
              </a:ext>
            </a:extLst>
          </p:cNvPr>
          <p:cNvSpPr txBox="1"/>
          <p:nvPr/>
        </p:nvSpPr>
        <p:spPr>
          <a:xfrm>
            <a:off x="5399012" y="1124190"/>
            <a:ext cx="2458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is_empty</a:t>
            </a:r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kumimoji="1" lang="en-US" altLang="zh-TW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peek()</a:t>
            </a:r>
          </a:p>
        </p:txBody>
      </p:sp>
      <p:grpSp>
        <p:nvGrpSpPr>
          <p:cNvPr id="25" name="群組 24">
            <a:extLst>
              <a:ext uri="{FF2B5EF4-FFF2-40B4-BE49-F238E27FC236}">
                <a16:creationId xmlns:a16="http://schemas.microsoft.com/office/drawing/2014/main" id="{5081C212-4B76-3F20-3B7A-7615CC9575DE}"/>
              </a:ext>
            </a:extLst>
          </p:cNvPr>
          <p:cNvGrpSpPr/>
          <p:nvPr/>
        </p:nvGrpSpPr>
        <p:grpSpPr>
          <a:xfrm>
            <a:off x="849451" y="1172909"/>
            <a:ext cx="1440000" cy="775220"/>
            <a:chOff x="8290058" y="2105368"/>
            <a:chExt cx="1440000" cy="775220"/>
          </a:xfrm>
        </p:grpSpPr>
        <p:sp>
          <p:nvSpPr>
            <p:cNvPr id="23" name="向右箭號 22">
              <a:extLst>
                <a:ext uri="{FF2B5EF4-FFF2-40B4-BE49-F238E27FC236}">
                  <a16:creationId xmlns:a16="http://schemas.microsoft.com/office/drawing/2014/main" id="{5F866B30-F7CD-06C2-C06D-CE8DF48C12D5}"/>
                </a:ext>
              </a:extLst>
            </p:cNvPr>
            <p:cNvSpPr/>
            <p:nvPr/>
          </p:nvSpPr>
          <p:spPr>
            <a:xfrm>
              <a:off x="8290058" y="2628588"/>
              <a:ext cx="1440000" cy="25200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sz="14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A93E15F7-2AEC-001A-0AEB-7B04D1566461}"/>
                </a:ext>
              </a:extLst>
            </p:cNvPr>
            <p:cNvSpPr txBox="1"/>
            <p:nvPr/>
          </p:nvSpPr>
          <p:spPr>
            <a:xfrm>
              <a:off x="8290058" y="2105368"/>
              <a:ext cx="135911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push()</a:t>
              </a:r>
            </a:p>
            <a:p>
              <a:r>
                <a:rPr kumimoji="1" lang="en-US" altLang="zh-TW" sz="14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pop()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8726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6425AAF-5811-126A-0B7A-5D6B1E77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813" y="442693"/>
            <a:ext cx="5829300" cy="36068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441644D-35F1-5D4C-88E8-50319C542FC9}"/>
              </a:ext>
            </a:extLst>
          </p:cNvPr>
          <p:cNvSpPr txBox="1"/>
          <p:nvPr/>
        </p:nvSpPr>
        <p:spPr>
          <a:xfrm>
            <a:off x="5617511" y="4049493"/>
            <a:ext cx="193973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Carrano and Henry, 2016)</a:t>
            </a:r>
          </a:p>
        </p:txBody>
      </p:sp>
    </p:spTree>
    <p:extLst>
      <p:ext uri="{BB962C8B-B14F-4D97-AF65-F5344CB8AC3E}">
        <p14:creationId xmlns:p14="http://schemas.microsoft.com/office/powerpoint/2010/main" val="535154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34</Words>
  <Application>Microsoft Macintosh PowerPoint</Application>
  <PresentationFormat>寬螢幕</PresentationFormat>
  <Paragraphs>13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Times New Roman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8</cp:revision>
  <dcterms:created xsi:type="dcterms:W3CDTF">2026-01-03T12:20:26Z</dcterms:created>
  <dcterms:modified xsi:type="dcterms:W3CDTF">2026-01-21T08:29:15Z</dcterms:modified>
</cp:coreProperties>
</file>