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567"/>
    <p:restoredTop sz="94675"/>
  </p:normalViewPr>
  <p:slideViewPr>
    <p:cSldViewPr snapToGrid="0">
      <p:cViewPr varScale="1">
        <p:scale>
          <a:sx n="80" d="100"/>
          <a:sy n="80" d="100"/>
        </p:scale>
        <p:origin x="22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1A7212-0C9B-AF5A-2BA4-63F18AE92B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F005095-1FAF-19F3-5EE5-8FBCDE60EC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DEBE525-4DB5-321A-2708-59A4E47D8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2026/1/19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D14C310-5844-1D29-B155-5E1BF3FB2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660186C-CF4E-4E6D-8F5C-6D22EF2F1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06514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66CE5C-F8FB-9EE8-9DDF-42745BBBB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EC448E-B186-361D-345C-A01306D03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9FD239-F6A5-0B00-D2FA-58E97E444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2026/1/19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6A06C76-E458-2CDE-668E-54070CD77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B91DD2-0B86-C078-53F3-F935572E3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43776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2B9D28-1AED-9F8E-5DCD-5A015024D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7C72216-1D95-B1E2-72BD-F8B87F359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3F94AF0-85FC-150A-1506-016CFAAAC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2026/1/19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F7C340-2D53-25BD-364C-E51F4E465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6EDFA85-20C6-6549-6AA0-F9B0FDACC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21575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5014D3-72A1-9158-5D25-8BF352093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224B9A-650D-723F-A397-6FC34DE475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4B16091-5E57-B58E-1C12-23DA9A36F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BA48F7B-D56B-64F6-B368-F719FB1DF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2026/1/19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F2DF657-324A-80EB-02A8-25C3B05A9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4CA959A-2D2B-09BF-B4A4-9B7763A35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23940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58104D-DEC0-123C-1F0D-37BCEC14E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E79AFF9-1A2F-3E58-EC56-CE07B4AE3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CDEA3DF-7971-9577-A40A-0A192613A0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0273909-9B82-3D77-46D1-C38DC27F0E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FABDA37-57ED-E491-8DDF-1775C622F0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80D1618-0593-DC03-7BC0-82842F35E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2026/1/19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EA0F705-B8A2-D27D-511B-D64DC4A2F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EFE139B-B727-FDC2-6F00-315D41380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487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89682A-DCAC-0009-941F-6FD9CA484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18D3B14-0E17-87E5-91CF-EEEFF6F2E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2026/1/19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4BA88EF-5C38-1A69-B08F-36687D90C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669B224-3CA9-0E4F-B7DB-05C960D28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00072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8DFB7D6-C6C7-91BA-010A-E32E0607D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2026/1/19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8C9DB75-C7D1-ABEE-5FF3-F6AEFF734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6317E6-8EE5-0DE4-1F82-6471A456B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70061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CCF2AB-65A0-9114-1AEC-E99D3867E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EA08F1-5849-A896-8874-5354C74A9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7860E16-82C9-41C5-7427-56DA74A63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2D46696-950C-2440-C3C0-E1B1F17F2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2026/1/19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F3B0519-677C-CD5A-D293-BC95CEA7D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22B17C2-1509-5F54-923A-E543E0528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38914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7879A4-7EFC-6A28-2BB2-2FE3D025E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CE1CACE-A1AE-2D61-6980-29080201A3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CD47212-559D-0B3B-52F7-EE4D3B08F1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B15EEC2-49A1-103F-72B2-97585BD3D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2026/1/19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A7FB54F-CDF7-C19A-1A80-297EF7658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312255C-2E92-9A08-1624-5D9518127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92262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7C0E03-24FD-D09C-FCD8-E3835D485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0980700-4D66-030F-CAC5-2B083B4A0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91974C-C000-1B7A-19A1-BA1E4495A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2026/1/19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E8AD8E8-128C-EB4E-F056-F071EB24F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35819BA-BF1D-4F5A-94E7-E47A39748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01223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DF243E8-798C-4685-6A58-ACE81EBEFC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E7D5CBD-0C9E-BA03-26B8-A0DF248002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73DB18-3341-9C07-14FC-DCC58DC4C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2026/1/19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ED7C8E3-9E59-0A7F-7297-96FB1FDCB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F6B0AE-172E-A02F-77E5-AB687866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05501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5853CDA-6293-5203-5479-B75A3FE0C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4DB5669-FF45-C2D4-45F2-8C90B51A6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38EE9C-0C50-2921-93FA-7A10980E67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851C12-1240-5B46-BD94-A3C3FBB79758}" type="datetimeFigureOut">
              <a:rPr kumimoji="1" lang="zh-TW" altLang="en-US" smtClean="0"/>
              <a:t>2026/1/19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DEC385-3E66-B0C4-DFDB-111FC4AB5C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CC24EBF-0F63-F318-740E-08C9A9D15C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24544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843311B-F758-437D-7E41-2DB1ADE15C31}"/>
              </a:ext>
            </a:extLst>
          </p:cNvPr>
          <p:cNvSpPr/>
          <p:nvPr/>
        </p:nvSpPr>
        <p:spPr>
          <a:xfrm>
            <a:off x="2336888" y="684473"/>
            <a:ext cx="3062124" cy="14741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SinglyLinkedNode </a:t>
            </a:r>
          </a:p>
          <a:p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Attribute</a:t>
            </a:r>
          </a:p>
          <a:p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data</a:t>
            </a:r>
          </a:p>
          <a:p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next</a:t>
            </a:r>
            <a:endParaRPr kumimoji="1" lang="zh-TW" altLang="en-US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向右箭號 18">
            <a:extLst>
              <a:ext uri="{FF2B5EF4-FFF2-40B4-BE49-F238E27FC236}">
                <a16:creationId xmlns:a16="http://schemas.microsoft.com/office/drawing/2014/main" id="{98852B0A-32FF-3D64-2D36-1DC77C61D76C}"/>
              </a:ext>
            </a:extLst>
          </p:cNvPr>
          <p:cNvSpPr/>
          <p:nvPr/>
        </p:nvSpPr>
        <p:spPr>
          <a:xfrm>
            <a:off x="5446449" y="1696129"/>
            <a:ext cx="1440000" cy="252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E08F4C-B6D2-F367-EB68-3A04DFC13614}"/>
              </a:ext>
            </a:extLst>
          </p:cNvPr>
          <p:cNvSpPr/>
          <p:nvPr/>
        </p:nvSpPr>
        <p:spPr>
          <a:xfrm>
            <a:off x="2336888" y="2256022"/>
            <a:ext cx="3062124" cy="13266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TW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Helper Methods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1" lang="en-US" altLang="zh-TW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__str__()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1" lang="en-US" altLang="zh-TW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repr</a:t>
            </a: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8B8DAD6-A29F-99D2-4C68-4D5FD198DA87}"/>
              </a:ext>
            </a:extLst>
          </p:cNvPr>
          <p:cNvSpPr txBox="1"/>
          <p:nvPr/>
        </p:nvSpPr>
        <p:spPr>
          <a:xfrm>
            <a:off x="5433880" y="945945"/>
            <a:ext cx="135911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.data</a:t>
            </a:r>
          </a:p>
          <a:p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.next</a:t>
            </a:r>
          </a:p>
          <a:p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traverse()</a:t>
            </a:r>
            <a:endParaRPr kumimoji="1" lang="zh-TW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5081C212-4B76-3F20-3B7A-7615CC9575DE}"/>
              </a:ext>
            </a:extLst>
          </p:cNvPr>
          <p:cNvGrpSpPr/>
          <p:nvPr/>
        </p:nvGrpSpPr>
        <p:grpSpPr>
          <a:xfrm>
            <a:off x="774501" y="1448312"/>
            <a:ext cx="1514950" cy="499817"/>
            <a:chOff x="8215108" y="2380771"/>
            <a:chExt cx="1514950" cy="499817"/>
          </a:xfrm>
        </p:grpSpPr>
        <p:sp>
          <p:nvSpPr>
            <p:cNvPr id="23" name="向右箭號 22">
              <a:extLst>
                <a:ext uri="{FF2B5EF4-FFF2-40B4-BE49-F238E27FC236}">
                  <a16:creationId xmlns:a16="http://schemas.microsoft.com/office/drawing/2014/main" id="{5F866B30-F7CD-06C2-C06D-CE8DF48C12D5}"/>
                </a:ext>
              </a:extLst>
            </p:cNvPr>
            <p:cNvSpPr/>
            <p:nvPr/>
          </p:nvSpPr>
          <p:spPr>
            <a:xfrm>
              <a:off x="8290058" y="2628588"/>
              <a:ext cx="1440000" cy="25200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A93E15F7-2AEC-001A-0AEB-7B04D1566461}"/>
                </a:ext>
              </a:extLst>
            </p:cNvPr>
            <p:cNvSpPr txBox="1"/>
            <p:nvPr/>
          </p:nvSpPr>
          <p:spPr>
            <a:xfrm>
              <a:off x="8215108" y="2380771"/>
              <a:ext cx="135911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TW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append()</a:t>
              </a:r>
              <a:endParaRPr kumimoji="1" lang="zh-TW" alt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8726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8C4C6-E0CC-CA95-EF18-744E67459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29BF3189-3BB9-A3A0-5420-A767BE5C28AA}"/>
              </a:ext>
            </a:extLst>
          </p:cNvPr>
          <p:cNvSpPr/>
          <p:nvPr/>
        </p:nvSpPr>
        <p:spPr>
          <a:xfrm>
            <a:off x="2336888" y="684473"/>
            <a:ext cx="3062124" cy="14741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DoublyLinkedNode</a:t>
            </a:r>
            <a:r>
              <a:rPr kumimoji="1" lang="en-US" altLang="zh-TW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Attribute</a:t>
            </a:r>
          </a:p>
          <a:p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data</a:t>
            </a:r>
          </a:p>
          <a:p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kumimoji="1" lang="en-US" altLang="zh-TW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endParaRPr kumimoji="1" lang="en-US" altLang="zh-TW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next</a:t>
            </a:r>
            <a:endParaRPr kumimoji="1" lang="zh-TW" altLang="en-US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向右箭號 4">
            <a:extLst>
              <a:ext uri="{FF2B5EF4-FFF2-40B4-BE49-F238E27FC236}">
                <a16:creationId xmlns:a16="http://schemas.microsoft.com/office/drawing/2014/main" id="{5072F153-71C0-FDAB-8B05-B90C25FFF7AD}"/>
              </a:ext>
            </a:extLst>
          </p:cNvPr>
          <p:cNvSpPr/>
          <p:nvPr/>
        </p:nvSpPr>
        <p:spPr>
          <a:xfrm>
            <a:off x="5446449" y="1856549"/>
            <a:ext cx="1440000" cy="252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CE33119-6DD8-0C20-93A2-1F52A8052A90}"/>
              </a:ext>
            </a:extLst>
          </p:cNvPr>
          <p:cNvSpPr/>
          <p:nvPr/>
        </p:nvSpPr>
        <p:spPr>
          <a:xfrm>
            <a:off x="2336888" y="2256022"/>
            <a:ext cx="3062124" cy="13266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TW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Helper Function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1" lang="en-US" altLang="zh-TW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__str__()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1" lang="en-US" altLang="zh-TW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repr</a:t>
            </a: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C8CFBB9-171F-5313-7978-9119B5C63C00}"/>
              </a:ext>
            </a:extLst>
          </p:cNvPr>
          <p:cNvSpPr txBox="1"/>
          <p:nvPr/>
        </p:nvSpPr>
        <p:spPr>
          <a:xfrm>
            <a:off x="5433880" y="868022"/>
            <a:ext cx="135911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.data</a:t>
            </a:r>
          </a:p>
          <a:p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prev</a:t>
            </a:r>
            <a:endParaRPr kumimoji="1" lang="en-US" altLang="zh-TW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.next</a:t>
            </a:r>
          </a:p>
          <a:p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traverse()</a:t>
            </a: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4C488350-15A0-0759-D476-EEA80A79A360}"/>
              </a:ext>
            </a:extLst>
          </p:cNvPr>
          <p:cNvGrpSpPr/>
          <p:nvPr/>
        </p:nvGrpSpPr>
        <p:grpSpPr>
          <a:xfrm>
            <a:off x="774501" y="1207682"/>
            <a:ext cx="1514950" cy="740447"/>
            <a:chOff x="8215108" y="2140141"/>
            <a:chExt cx="1514950" cy="740447"/>
          </a:xfrm>
        </p:grpSpPr>
        <p:sp>
          <p:nvSpPr>
            <p:cNvPr id="9" name="向右箭號 8">
              <a:extLst>
                <a:ext uri="{FF2B5EF4-FFF2-40B4-BE49-F238E27FC236}">
                  <a16:creationId xmlns:a16="http://schemas.microsoft.com/office/drawing/2014/main" id="{AC206ACE-8599-A7EE-82FB-093542C256EE}"/>
                </a:ext>
              </a:extLst>
            </p:cNvPr>
            <p:cNvSpPr/>
            <p:nvPr/>
          </p:nvSpPr>
          <p:spPr>
            <a:xfrm>
              <a:off x="8290058" y="2628588"/>
              <a:ext cx="1440000" cy="25200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DBD02E00-D553-4483-8E71-8D8F24A5A962}"/>
                </a:ext>
              </a:extLst>
            </p:cNvPr>
            <p:cNvSpPr txBox="1"/>
            <p:nvPr/>
          </p:nvSpPr>
          <p:spPr>
            <a:xfrm>
              <a:off x="8215108" y="2140141"/>
              <a:ext cx="135911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TW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append()</a:t>
              </a:r>
            </a:p>
            <a:p>
              <a:r>
                <a:rPr kumimoji="1" lang="en-US" altLang="zh-TW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prepend()</a:t>
              </a:r>
              <a:endParaRPr kumimoji="1" lang="zh-TW" alt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093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56</Words>
  <Application>Microsoft Macintosh PowerPoint</Application>
  <PresentationFormat>寬螢幕</PresentationFormat>
  <Paragraphs>27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Courier New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Jacky Lin</dc:creator>
  <cp:lastModifiedBy>Jacky Lin</cp:lastModifiedBy>
  <cp:revision>6</cp:revision>
  <dcterms:created xsi:type="dcterms:W3CDTF">2026-01-03T12:20:26Z</dcterms:created>
  <dcterms:modified xsi:type="dcterms:W3CDTF">2026-01-19T13:39:49Z</dcterms:modified>
</cp:coreProperties>
</file>