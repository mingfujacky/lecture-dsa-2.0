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451"/>
    <p:restoredTop sz="94653"/>
  </p:normalViewPr>
  <p:slideViewPr>
    <p:cSldViewPr snapToGrid="0">
      <p:cViewPr varScale="1">
        <p:scale>
          <a:sx n="95" d="100"/>
          <a:sy n="95" d="100"/>
        </p:scale>
        <p:origin x="2112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41A7212-0C9B-AF5A-2BA4-63F18AE92B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0F005095-1FAF-19F3-5EE5-8FBCDE60EC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DEBE525-4DB5-321A-2708-59A4E47D87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2026/1/16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D14C310-5844-1D29-B155-5E1BF3FB28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660186C-CF4E-4E6D-8F5C-6D22EF2F19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0065143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766CE5C-F8FB-9EE8-9DDF-42745BBBBC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CEC448E-B186-361D-345C-A01306D036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A9FD239-F6A5-0B00-D2FA-58E97E444C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2026/1/16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16A06C76-E458-2CDE-668E-54070CD77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5B91DD2-0B86-C078-53F3-F935572E3B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1437767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42B9D28-1AED-9F8E-5DCD-5A015024D4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17C72216-1D95-B1E2-72BD-F8B87F3599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3F94AF0-85FC-150A-1506-016CFAAAC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2026/1/16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1F7C340-2D53-25BD-364C-E51F4E465C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6EDFA85-20C6-6549-6AA0-F9B0FDACC7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8215758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15014D3-72A1-9158-5D25-8BF3520935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1224B9A-650D-723F-A397-6FC34DE475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24B16091-5E57-B58E-1C12-23DA9A36F5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FBA48F7B-D56B-64F6-B368-F719FB1DF3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2026/1/16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1F2DF657-324A-80EB-02A8-25C3B05A92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74CA959A-2D2B-09BF-B4A4-9B7763A35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6239403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858104D-DEC0-123C-1F0D-37BCEC14EC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DE79AFF9-1A2F-3E58-EC56-CE07B4AE31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7CDEA3DF-7971-9577-A40A-0A192613A0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B0273909-9B82-3D77-46D1-C38DC27F0EB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3FABDA37-57ED-E491-8DDF-1775C622F09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580D1618-0593-DC03-7BC0-82842F35E3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2026/1/16</a:t>
            </a:fld>
            <a:endParaRPr kumimoji="1"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5EA0F705-B8A2-D27D-511B-D64DC4A2F1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FEFE139B-B727-FDC2-6F00-315D413809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14872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C89682A-DCAC-0009-941F-6FD9CA484C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418D3B14-0E17-87E5-91CF-EEEFF6F2E3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2026/1/16</a:t>
            </a:fld>
            <a:endParaRPr kumimoji="1"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34BA88EF-5C38-1A69-B08F-36687D90C0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669B224-3CA9-0E4F-B7DB-05C960D28E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1000723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E8DFB7D6-C6C7-91BA-010A-E32E0607DF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2026/1/16</a:t>
            </a:fld>
            <a:endParaRPr kumimoji="1"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48C9DB75-C7D1-ABEE-5FF3-F6AEFF734D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B6317E6-8EE5-0DE4-1F82-6471A456B3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4700610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CCCF2AB-65A0-9114-1AEC-E99D3867EE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FEA08F1-5849-A896-8874-5354C74A96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27860E16-82C9-41C5-7427-56DA74A635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92D46696-950C-2440-C3C0-E1B1F17F2D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2026/1/16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F3B0519-677C-CD5A-D293-BC95CEA7D3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922B17C2-1509-5F54-923A-E543E05281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5389144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57879A4-7EFC-6A28-2BB2-2FE3D025EF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3CE1CACE-A1AE-2D61-6980-29080201A3A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8CD47212-559D-0B3B-52F7-EE4D3B08F1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5B15EEC2-49A1-103F-72B2-97585BD3DB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2026/1/16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A7FB54F-CDF7-C19A-1A80-297EF76581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4312255C-2E92-9A08-1624-5D95181279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7922629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27C0E03-24FD-D09C-FCD8-E3835D4853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80980700-4D66-030F-CAC5-2B083B4A0B3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491974C-C000-1B7A-19A1-BA1E4495A7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2026/1/16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E8AD8E8-128C-EB4E-F056-F071EB24FF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35819BA-BF1D-4F5A-94E7-E47A39748D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7012232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FDF243E8-798C-4685-6A58-ACE81EBEFC1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BE7D5CBD-0C9E-BA03-26B8-A0DF248002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173DB18-3341-9C07-14FC-DCC58DC4C2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2026/1/16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ED7C8E3-9E59-0A7F-7297-96FB1FDCB4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7F6B0AE-172E-A02F-77E5-AB68786645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8055016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85853CDA-6293-5203-5479-B75A3FE0C1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04DB5669-FF45-C2D4-45F2-8C90B51A69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938EE9C-0C50-2921-93FA-7A10980E679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9851C12-1240-5B46-BD94-A3C3FBB79758}" type="datetimeFigureOut">
              <a:rPr kumimoji="1" lang="zh-TW" altLang="en-US" smtClean="0"/>
              <a:t>2026/1/16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1DEC385-3E66-B0C4-DFDB-111FC4AB5CE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CC24EBF-0F63-F318-740E-08C9A9D15C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7245440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圖片 13">
            <a:extLst>
              <a:ext uri="{FF2B5EF4-FFF2-40B4-BE49-F238E27FC236}">
                <a16:creationId xmlns:a16="http://schemas.microsoft.com/office/drawing/2014/main" id="{628E8504-9C52-6C2E-7CC4-78E7090181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8353" y="822667"/>
            <a:ext cx="7772400" cy="4352053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8C3B188E-4A6D-DF4F-F202-7757DB56E4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9622" y="1495022"/>
            <a:ext cx="904692" cy="600826"/>
          </a:xfrm>
          <a:prstGeom prst="rect">
            <a:avLst/>
          </a:prstGeom>
          <a:ln>
            <a:noFill/>
          </a:ln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0BAC55A7-F84A-205A-2F85-78B4AC4D83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5154" y="2868803"/>
            <a:ext cx="3259483" cy="958260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260E5DE2-8EF2-BEA4-98B0-417C0D5D0F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5154" y="3900738"/>
            <a:ext cx="1147834" cy="2758315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35887263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</TotalTime>
  <Words>0</Words>
  <Application>Microsoft Macintosh PowerPoint</Application>
  <PresentationFormat>寬螢幕</PresentationFormat>
  <Paragraphs>0</Paragraphs>
  <Slides>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佈景主題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Jacky Lin</dc:creator>
  <cp:lastModifiedBy>Jacky Lin</cp:lastModifiedBy>
  <cp:revision>3</cp:revision>
  <dcterms:created xsi:type="dcterms:W3CDTF">2026-01-03T12:20:26Z</dcterms:created>
  <dcterms:modified xsi:type="dcterms:W3CDTF">2026-01-16T09:24:33Z</dcterms:modified>
</cp:coreProperties>
</file>