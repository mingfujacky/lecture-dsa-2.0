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34"/>
    <p:restoredTop sz="94675"/>
  </p:normalViewPr>
  <p:slideViewPr>
    <p:cSldViewPr snapToGrid="0">
      <p:cViewPr varScale="1">
        <p:scale>
          <a:sx n="39" d="100"/>
          <a:sy n="39" d="100"/>
        </p:scale>
        <p:origin x="16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4D72E583-1102-74F2-8F4B-74BEF2A102D3}"/>
              </a:ext>
            </a:extLst>
          </p:cNvPr>
          <p:cNvGrpSpPr/>
          <p:nvPr/>
        </p:nvGrpSpPr>
        <p:grpSpPr>
          <a:xfrm>
            <a:off x="685682" y="684473"/>
            <a:ext cx="6316194" cy="4626978"/>
            <a:chOff x="685682" y="684473"/>
            <a:chExt cx="6316194" cy="462697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843311B-F758-437D-7E41-2DB1ADE15C31}"/>
                </a:ext>
              </a:extLst>
            </p:cNvPr>
            <p:cNvSpPr/>
            <p:nvPr/>
          </p:nvSpPr>
          <p:spPr>
            <a:xfrm>
              <a:off x="2336888" y="684473"/>
              <a:ext cx="3062124" cy="213187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kumimoji="1" lang="en-US" altLang="zh-TW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UnsortedStaticArray</a:t>
              </a:r>
              <a:endPara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Attribute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</a:t>
              </a:r>
              <a:r>
                <a:rPr kumimoji="1" lang="en-US" altLang="zh-TW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typecode</a:t>
              </a:r>
              <a:endPara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</a:t>
              </a:r>
              <a:r>
                <a:rPr kumimoji="1" lang="en-US" altLang="zh-TW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max_size</a:t>
              </a:r>
              <a:endPara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size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array</a:t>
              </a:r>
              <a:endParaRPr kumimoji="1" lang="zh-TW" alt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向右箭號 15">
              <a:extLst>
                <a:ext uri="{FF2B5EF4-FFF2-40B4-BE49-F238E27FC236}">
                  <a16:creationId xmlns:a16="http://schemas.microsoft.com/office/drawing/2014/main" id="{DF9E6911-4F9D-1E02-1FD8-B7C841B65316}"/>
                </a:ext>
              </a:extLst>
            </p:cNvPr>
            <p:cNvSpPr/>
            <p:nvPr/>
          </p:nvSpPr>
          <p:spPr>
            <a:xfrm>
              <a:off x="685682" y="1434365"/>
              <a:ext cx="1548000" cy="540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insert(</a:t>
              </a:r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val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向右箭號 16">
              <a:extLst>
                <a:ext uri="{FF2B5EF4-FFF2-40B4-BE49-F238E27FC236}">
                  <a16:creationId xmlns:a16="http://schemas.microsoft.com/office/drawing/2014/main" id="{8145DE03-A25D-9335-7EA8-BE1FB4601920}"/>
                </a:ext>
              </a:extLst>
            </p:cNvPr>
            <p:cNvSpPr/>
            <p:nvPr/>
          </p:nvSpPr>
          <p:spPr>
            <a:xfrm>
              <a:off x="5453876" y="938811"/>
              <a:ext cx="1548000" cy="540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delete(</a:t>
              </a:r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idx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向右箭號 17">
              <a:extLst>
                <a:ext uri="{FF2B5EF4-FFF2-40B4-BE49-F238E27FC236}">
                  <a16:creationId xmlns:a16="http://schemas.microsoft.com/office/drawing/2014/main" id="{CC112582-D504-3E51-1A49-6B44BCB633C8}"/>
                </a:ext>
              </a:extLst>
            </p:cNvPr>
            <p:cNvSpPr/>
            <p:nvPr/>
          </p:nvSpPr>
          <p:spPr>
            <a:xfrm>
              <a:off x="5453876" y="1457089"/>
              <a:ext cx="1548000" cy="540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find(</a:t>
              </a:r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val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向右箭號 18">
              <a:extLst>
                <a:ext uri="{FF2B5EF4-FFF2-40B4-BE49-F238E27FC236}">
                  <a16:creationId xmlns:a16="http://schemas.microsoft.com/office/drawing/2014/main" id="{98852B0A-32FF-3D64-2D36-1DC77C61D76C}"/>
                </a:ext>
              </a:extLst>
            </p:cNvPr>
            <p:cNvSpPr/>
            <p:nvPr/>
          </p:nvSpPr>
          <p:spPr>
            <a:xfrm>
              <a:off x="5453876" y="1975367"/>
              <a:ext cx="1548000" cy="540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traverse()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5E08F4C-B6D2-F367-EB68-3A04DFC13614}"/>
                </a:ext>
              </a:extLst>
            </p:cNvPr>
            <p:cNvSpPr/>
            <p:nvPr/>
          </p:nvSpPr>
          <p:spPr>
            <a:xfrm>
              <a:off x="2336888" y="2904391"/>
              <a:ext cx="3062124" cy="240706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kumimoji="1" lang="en-US" altLang="zh-TW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Helper Function</a:t>
              </a:r>
              <a:endParaRPr kumimoji="1" lang="en-US" altLang="zh-TW" sz="1400" dirty="0">
                <a:solidFill>
                  <a:schemeClr val="bg1"/>
                </a:solidFill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init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len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getitem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setitem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__str__()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repr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46</Words>
  <Application>Microsoft Macintosh PowerPoint</Application>
  <PresentationFormat>寬螢幕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2</cp:revision>
  <dcterms:created xsi:type="dcterms:W3CDTF">2026-01-03T12:20:26Z</dcterms:created>
  <dcterms:modified xsi:type="dcterms:W3CDTF">2026-01-04T10:46:13Z</dcterms:modified>
</cp:coreProperties>
</file>