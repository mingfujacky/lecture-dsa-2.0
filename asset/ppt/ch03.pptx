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468"/>
    <p:restoredTop sz="94653"/>
  </p:normalViewPr>
  <p:slideViewPr>
    <p:cSldViewPr snapToGrid="0">
      <p:cViewPr varScale="1">
        <p:scale>
          <a:sx n="95" d="100"/>
          <a:sy n="95" d="100"/>
        </p:scale>
        <p:origin x="44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2026/1/16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4D72E583-1102-74F2-8F4B-74BEF2A102D3}"/>
              </a:ext>
            </a:extLst>
          </p:cNvPr>
          <p:cNvGrpSpPr/>
          <p:nvPr/>
        </p:nvGrpSpPr>
        <p:grpSpPr>
          <a:xfrm>
            <a:off x="685682" y="684473"/>
            <a:ext cx="6316194" cy="4626978"/>
            <a:chOff x="685682" y="684473"/>
            <a:chExt cx="6316194" cy="4626978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A843311B-F758-437D-7E41-2DB1ADE15C31}"/>
                </a:ext>
              </a:extLst>
            </p:cNvPr>
            <p:cNvSpPr/>
            <p:nvPr/>
          </p:nvSpPr>
          <p:spPr>
            <a:xfrm>
              <a:off x="2336888" y="684473"/>
              <a:ext cx="3062124" cy="213187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kumimoji="1" lang="en-US" altLang="zh-TW" sz="16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UnsortedStaticArray</a:t>
              </a:r>
              <a:endPara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lnSpc>
                  <a:spcPct val="150000"/>
                </a:lnSpc>
              </a:pPr>
              <a:r>
                <a:rPr kumimoji="1" lang="en-US" altLang="zh-TW" sz="14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Attribute</a:t>
              </a:r>
            </a:p>
            <a:p>
              <a:pPr>
                <a:lnSpc>
                  <a:spcPct val="150000"/>
                </a:lnSpc>
              </a:pPr>
              <a:r>
                <a:rPr kumimoji="1" lang="en-US" altLang="zh-TW" sz="14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 </a:t>
              </a:r>
              <a:r>
                <a:rPr kumimoji="1" lang="en-US" altLang="zh-TW" sz="14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typecode</a:t>
              </a:r>
              <a:endPara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lnSpc>
                  <a:spcPct val="150000"/>
                </a:lnSpc>
              </a:pPr>
              <a:r>
                <a:rPr kumimoji="1" lang="en-US" altLang="zh-TW" sz="14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 </a:t>
              </a:r>
              <a:r>
                <a:rPr kumimoji="1" lang="en-US" altLang="zh-TW" sz="14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max_size</a:t>
              </a:r>
              <a:endPara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lnSpc>
                  <a:spcPct val="150000"/>
                </a:lnSpc>
              </a:pPr>
              <a:r>
                <a:rPr kumimoji="1" lang="en-US" altLang="zh-TW" sz="14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 size</a:t>
              </a:r>
            </a:p>
            <a:p>
              <a:pPr>
                <a:lnSpc>
                  <a:spcPct val="150000"/>
                </a:lnSpc>
              </a:pPr>
              <a:r>
                <a:rPr kumimoji="1" lang="en-US" altLang="zh-TW" sz="14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 array</a:t>
              </a:r>
              <a:endParaRPr kumimoji="1" lang="zh-TW" altLang="en-US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向右箭號 15">
              <a:extLst>
                <a:ext uri="{FF2B5EF4-FFF2-40B4-BE49-F238E27FC236}">
                  <a16:creationId xmlns:a16="http://schemas.microsoft.com/office/drawing/2014/main" id="{DF9E6911-4F9D-1E02-1FD8-B7C841B65316}"/>
                </a:ext>
              </a:extLst>
            </p:cNvPr>
            <p:cNvSpPr/>
            <p:nvPr/>
          </p:nvSpPr>
          <p:spPr>
            <a:xfrm>
              <a:off x="685682" y="1434365"/>
              <a:ext cx="1548000" cy="540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insert(</a:t>
              </a:r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7" name="向右箭號 16">
              <a:extLst>
                <a:ext uri="{FF2B5EF4-FFF2-40B4-BE49-F238E27FC236}">
                  <a16:creationId xmlns:a16="http://schemas.microsoft.com/office/drawing/2014/main" id="{8145DE03-A25D-9335-7EA8-BE1FB4601920}"/>
                </a:ext>
              </a:extLst>
            </p:cNvPr>
            <p:cNvSpPr/>
            <p:nvPr/>
          </p:nvSpPr>
          <p:spPr>
            <a:xfrm>
              <a:off x="5453876" y="938811"/>
              <a:ext cx="1548000" cy="540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delete(</a:t>
              </a:r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idx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向右箭號 17">
              <a:extLst>
                <a:ext uri="{FF2B5EF4-FFF2-40B4-BE49-F238E27FC236}">
                  <a16:creationId xmlns:a16="http://schemas.microsoft.com/office/drawing/2014/main" id="{CC112582-D504-3E51-1A49-6B44BCB633C8}"/>
                </a:ext>
              </a:extLst>
            </p:cNvPr>
            <p:cNvSpPr/>
            <p:nvPr/>
          </p:nvSpPr>
          <p:spPr>
            <a:xfrm>
              <a:off x="5453876" y="1457089"/>
              <a:ext cx="1548000" cy="540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find(</a:t>
              </a:r>
              <a:r>
                <a:rPr kumimoji="1" lang="en-US" altLang="zh-TW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</a:t>
              </a:r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向右箭號 18">
              <a:extLst>
                <a:ext uri="{FF2B5EF4-FFF2-40B4-BE49-F238E27FC236}">
                  <a16:creationId xmlns:a16="http://schemas.microsoft.com/office/drawing/2014/main" id="{98852B0A-32FF-3D64-2D36-1DC77C61D76C}"/>
                </a:ext>
              </a:extLst>
            </p:cNvPr>
            <p:cNvSpPr/>
            <p:nvPr/>
          </p:nvSpPr>
          <p:spPr>
            <a:xfrm>
              <a:off x="5453876" y="1975367"/>
              <a:ext cx="1548000" cy="540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traverse()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5E08F4C-B6D2-F367-EB68-3A04DFC13614}"/>
                </a:ext>
              </a:extLst>
            </p:cNvPr>
            <p:cNvSpPr/>
            <p:nvPr/>
          </p:nvSpPr>
          <p:spPr>
            <a:xfrm>
              <a:off x="2336888" y="2904391"/>
              <a:ext cx="3062124" cy="240706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kumimoji="1" lang="en-US" altLang="zh-TW" sz="16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Helper Function</a:t>
              </a:r>
              <a:endParaRPr kumimoji="1" lang="en-US" altLang="zh-TW" sz="1400" dirty="0">
                <a:solidFill>
                  <a:schemeClr val="bg1"/>
                </a:solidFill>
              </a:endParaRP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  <a:r>
                <a:rPr kumimoji="1" lang="en-US" altLang="zh-TW" sz="140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__()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  <a:r>
                <a:rPr kumimoji="1" lang="en-US" altLang="zh-TW" sz="140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len</a:t>
              </a: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__()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  <a:r>
                <a:rPr kumimoji="1" lang="en-US" altLang="zh-TW" sz="140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getitem</a:t>
              </a: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__()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  <a:r>
                <a:rPr kumimoji="1" lang="en-US" altLang="zh-TW" sz="140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setitem</a:t>
              </a: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__()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__str__()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  <a:r>
                <a:rPr kumimoji="1" lang="en-US" altLang="zh-TW" sz="140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repr</a:t>
              </a:r>
              <a:r>
                <a:rPr kumimoji="1" lang="en-US" altLang="zh-TW" sz="14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88726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群組 10">
            <a:extLst>
              <a:ext uri="{FF2B5EF4-FFF2-40B4-BE49-F238E27FC236}">
                <a16:creationId xmlns:a16="http://schemas.microsoft.com/office/drawing/2014/main" id="{245FD3FA-5563-80E2-385E-4AB5CAC879D8}"/>
              </a:ext>
            </a:extLst>
          </p:cNvPr>
          <p:cNvGrpSpPr/>
          <p:nvPr/>
        </p:nvGrpSpPr>
        <p:grpSpPr>
          <a:xfrm>
            <a:off x="1831415" y="1502335"/>
            <a:ext cx="8394117" cy="2159000"/>
            <a:chOff x="1831415" y="1502335"/>
            <a:chExt cx="8394117" cy="2159000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93C2AEEB-6C2F-8A14-522F-304AD4D661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31415" y="1502335"/>
              <a:ext cx="2908300" cy="2159000"/>
            </a:xfrm>
            <a:prstGeom prst="rect">
              <a:avLst/>
            </a:prstGeom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3285811-CAE5-B628-AC24-3ACDB74CD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1732" y="1553135"/>
              <a:ext cx="5003800" cy="1028700"/>
            </a:xfrm>
            <a:prstGeom prst="rect">
              <a:avLst/>
            </a:prstGeom>
          </p:spPr>
        </p:pic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8637802E-C1C5-189C-E554-3BD4B10B7873}"/>
                </a:ext>
              </a:extLst>
            </p:cNvPr>
            <p:cNvSpPr txBox="1"/>
            <p:nvPr/>
          </p:nvSpPr>
          <p:spPr>
            <a:xfrm>
              <a:off x="5773270" y="2662517"/>
              <a:ext cx="86664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sz="1400" dirty="0">
                  <a:solidFill>
                    <a:srgbClr val="FF0000"/>
                  </a:solidFill>
                </a:rPr>
                <a:t>myString</a:t>
              </a:r>
            </a:p>
            <a:p>
              <a:r>
                <a:rPr kumimoji="1" lang="en-US" altLang="zh-TW" sz="1400" dirty="0"/>
                <a:t>2146</a:t>
              </a:r>
              <a:endParaRPr kumimoji="1" lang="zh-TW" altLang="en-US" sz="1400" dirty="0"/>
            </a:p>
          </p:txBody>
        </p:sp>
        <p:cxnSp>
          <p:nvCxnSpPr>
            <p:cNvPr id="9" name="直線箭頭接點 8">
              <a:extLst>
                <a:ext uri="{FF2B5EF4-FFF2-40B4-BE49-F238E27FC236}">
                  <a16:creationId xmlns:a16="http://schemas.microsoft.com/office/drawing/2014/main" id="{1B8FA4A5-59E2-414E-8C02-5B0CD13B7028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6206594" y="2317197"/>
              <a:ext cx="0" cy="3453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9369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48</Words>
  <Application>Microsoft Macintosh PowerPoint</Application>
  <PresentationFormat>寬螢幕</PresentationFormat>
  <Paragraphs>19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3</cp:revision>
  <dcterms:created xsi:type="dcterms:W3CDTF">2026-01-03T12:20:26Z</dcterms:created>
  <dcterms:modified xsi:type="dcterms:W3CDTF">2026-01-16T08:12:00Z</dcterms:modified>
</cp:coreProperties>
</file>